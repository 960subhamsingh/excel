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4"/>
    <p:sldMasterId id="2147483730" r:id="rId5"/>
    <p:sldMasterId id="2147483683" r:id="rId6"/>
    <p:sldMasterId id="2147483811" r:id="rId7"/>
    <p:sldMasterId id="2147483814" r:id="rId8"/>
  </p:sldMasterIdLst>
  <p:notesMasterIdLst>
    <p:notesMasterId r:id="rId16"/>
  </p:notesMasterIdLst>
  <p:sldIdLst>
    <p:sldId id="1995" r:id="rId9"/>
    <p:sldId id="2002" r:id="rId10"/>
    <p:sldId id="2003" r:id="rId11"/>
    <p:sldId id="2005" r:id="rId12"/>
    <p:sldId id="2004" r:id="rId13"/>
    <p:sldId id="2006" r:id="rId14"/>
    <p:sldId id="200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2">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CE03407-4DBE-0748-17E7-0C83B1DD87EE}" name="Bindi Delaney" initials="BD" userId="S::Bindi.Delaney@learnit.com::de913311-a5f7-407e-a194-dd989ad2128b" providerId="AD"/>
  <p188:author id="{F61F4F39-45FB-C2C3-86BA-DB19CBA4DD85}" name="Amy Ginder" initials="AG" userId="S::amy.ginder@learnit.com::ff55a217-2271-4840-a679-d1abe0863e5b" providerId="AD"/>
  <p188:author id="{8C70D771-2F9B-2343-A44F-925B4212FA37}" name="Amy Ginder" initials="AG" userId="S::Amy.Ginder@learnit.com::ff55a217-2271-4840-a679-d1abe0863e5b" providerId="AD"/>
  <p188:author id="{14DFDF91-4AB0-875A-27BF-7253A94CD0B6}" name="Amanda Wells" initials="AW" userId="S::Amanda.Wells@learnit.com::31328da1-a376-49df-baf4-c2f591b7bb1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unaed" initials="J" lastIdx="1" clrIdx="0"/>
  <p:cmAuthor id="2" name="Amanda Wells" initials="AW" lastIdx="1" clrIdx="1">
    <p:extLst>
      <p:ext uri="{19B8F6BF-5375-455C-9EA6-DF929625EA0E}">
        <p15:presenceInfo xmlns:p15="http://schemas.microsoft.com/office/powerpoint/2012/main" userId="S::Amanda.Wells@learnit.com::31328da1-a376-49df-baf4-c2f591b7bb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5939"/>
    <a:srgbClr val="223BF4"/>
    <a:srgbClr val="384FF5"/>
    <a:srgbClr val="4A4A68"/>
    <a:srgbClr val="44546A"/>
    <a:srgbClr val="42454C"/>
    <a:srgbClr val="F6F6F5"/>
    <a:srgbClr val="E6E6E4"/>
    <a:srgbClr val="6DCF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4369" autoAdjust="0"/>
  </p:normalViewPr>
  <p:slideViewPr>
    <p:cSldViewPr snapToGrid="0">
      <p:cViewPr varScale="1">
        <p:scale>
          <a:sx n="89" d="100"/>
          <a:sy n="89" d="100"/>
        </p:scale>
        <p:origin x="466" y="72"/>
      </p:cViewPr>
      <p:guideLst>
        <p:guide orient="horz" pos="3442"/>
        <p:guide pos="3840"/>
      </p:guideLst>
    </p:cSldViewPr>
  </p:slideViewPr>
  <p:notesTextViewPr>
    <p:cViewPr>
      <p:scale>
        <a:sx n="3" d="2"/>
        <a:sy n="3" d="2"/>
      </p:scale>
      <p:origin x="0" y="0"/>
    </p:cViewPr>
  </p:notesTextViewPr>
  <p:sorterViewPr>
    <p:cViewPr varScale="1">
      <p:scale>
        <a:sx n="100" d="100"/>
        <a:sy n="100" d="100"/>
      </p:scale>
      <p:origin x="0" y="-13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E2CB07-EE7C-4A03-A9F5-76AA8124070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6F6C622-18FA-4C18-BEFA-C4E26B8FF9B7}">
      <dgm:prSet phldrT="[Text]"/>
      <dgm:spPr/>
      <dgm:t>
        <a:bodyPr/>
        <a:lstStyle/>
        <a:p>
          <a:r>
            <a:rPr lang="en-US" dirty="0"/>
            <a:t>Creating a personal Monthly budget</a:t>
          </a:r>
        </a:p>
      </dgm:t>
    </dgm:pt>
    <dgm:pt modelId="{A6490D4B-7837-4B19-97A9-5005EECD9619}" type="parTrans" cxnId="{12BED6C2-4D89-4D08-8E99-9CBFA9A2B9B0}">
      <dgm:prSet/>
      <dgm:spPr/>
      <dgm:t>
        <a:bodyPr/>
        <a:lstStyle/>
        <a:p>
          <a:endParaRPr lang="en-US"/>
        </a:p>
      </dgm:t>
    </dgm:pt>
    <dgm:pt modelId="{970385F8-076A-4B47-9448-5070685595E8}" type="sibTrans" cxnId="{12BED6C2-4D89-4D08-8E99-9CBFA9A2B9B0}">
      <dgm:prSet/>
      <dgm:spPr/>
      <dgm:t>
        <a:bodyPr/>
        <a:lstStyle/>
        <a:p>
          <a:endParaRPr lang="en-US"/>
        </a:p>
      </dgm:t>
    </dgm:pt>
    <dgm:pt modelId="{0C14A7F4-8EBD-41EB-B26F-4683DF9E6B08}">
      <dgm:prSet phldrT="[Text]"/>
      <dgm:spPr/>
      <dgm:t>
        <a:bodyPr/>
        <a:lstStyle/>
        <a:p>
          <a:r>
            <a:rPr lang="en-US" dirty="0"/>
            <a:t>Managing Data Tables</a:t>
          </a:r>
        </a:p>
      </dgm:t>
    </dgm:pt>
    <dgm:pt modelId="{B16036CD-074B-4C68-AAC7-38A59CE0A0BE}" type="parTrans" cxnId="{E23FC154-3F08-472D-8CB9-F837DC8E9CC9}">
      <dgm:prSet/>
      <dgm:spPr/>
      <dgm:t>
        <a:bodyPr/>
        <a:lstStyle/>
        <a:p>
          <a:endParaRPr lang="en-US"/>
        </a:p>
      </dgm:t>
    </dgm:pt>
    <dgm:pt modelId="{F4316382-7181-4A82-A4CA-1B43A68BD62B}" type="sibTrans" cxnId="{E23FC154-3F08-472D-8CB9-F837DC8E9CC9}">
      <dgm:prSet/>
      <dgm:spPr/>
      <dgm:t>
        <a:bodyPr/>
        <a:lstStyle/>
        <a:p>
          <a:endParaRPr lang="en-US"/>
        </a:p>
      </dgm:t>
    </dgm:pt>
    <dgm:pt modelId="{5B8AED85-C046-4B5A-BADA-00DB2BF0B12F}">
      <dgm:prSet phldrT="[Text]"/>
      <dgm:spPr/>
      <dgm:t>
        <a:bodyPr/>
        <a:lstStyle/>
        <a:p>
          <a:r>
            <a:rPr lang="en-US" dirty="0"/>
            <a:t>Building Interactive Dropdown menus</a:t>
          </a:r>
        </a:p>
      </dgm:t>
    </dgm:pt>
    <dgm:pt modelId="{3ECBB5AA-E460-4C00-BFF4-177F2113BFD1}" type="parTrans" cxnId="{E0E43E55-FD0C-436E-9484-1C2442EEFB0B}">
      <dgm:prSet/>
      <dgm:spPr/>
      <dgm:t>
        <a:bodyPr/>
        <a:lstStyle/>
        <a:p>
          <a:endParaRPr lang="en-US"/>
        </a:p>
      </dgm:t>
    </dgm:pt>
    <dgm:pt modelId="{F980E789-F034-49D1-A98E-3AFB96B67F52}" type="sibTrans" cxnId="{E0E43E55-FD0C-436E-9484-1C2442EEFB0B}">
      <dgm:prSet/>
      <dgm:spPr/>
      <dgm:t>
        <a:bodyPr/>
        <a:lstStyle/>
        <a:p>
          <a:endParaRPr lang="en-US"/>
        </a:p>
      </dgm:t>
    </dgm:pt>
    <dgm:pt modelId="{1AE08431-2D01-4BE1-8055-BD3AFDD492F9}" type="pres">
      <dgm:prSet presAssocID="{9DE2CB07-EE7C-4A03-A9F5-76AA8124070C}" presName="vert0" presStyleCnt="0">
        <dgm:presLayoutVars>
          <dgm:dir/>
          <dgm:animOne val="branch"/>
          <dgm:animLvl val="lvl"/>
        </dgm:presLayoutVars>
      </dgm:prSet>
      <dgm:spPr/>
    </dgm:pt>
    <dgm:pt modelId="{B65F98A3-7FD3-46E3-B15C-40B90D147FD6}" type="pres">
      <dgm:prSet presAssocID="{26F6C622-18FA-4C18-BEFA-C4E26B8FF9B7}" presName="thickLine" presStyleLbl="alignNode1" presStyleIdx="0" presStyleCnt="3"/>
      <dgm:spPr/>
    </dgm:pt>
    <dgm:pt modelId="{4CD596A7-EBF5-4D97-9FEF-5C34B2D99EA3}" type="pres">
      <dgm:prSet presAssocID="{26F6C622-18FA-4C18-BEFA-C4E26B8FF9B7}" presName="horz1" presStyleCnt="0"/>
      <dgm:spPr/>
    </dgm:pt>
    <dgm:pt modelId="{F89D885F-6163-4669-923E-29E7E2847070}" type="pres">
      <dgm:prSet presAssocID="{26F6C622-18FA-4C18-BEFA-C4E26B8FF9B7}" presName="tx1" presStyleLbl="revTx" presStyleIdx="0" presStyleCnt="3"/>
      <dgm:spPr/>
    </dgm:pt>
    <dgm:pt modelId="{C5327312-0000-460B-95FA-D887D1A1FD68}" type="pres">
      <dgm:prSet presAssocID="{26F6C622-18FA-4C18-BEFA-C4E26B8FF9B7}" presName="vert1" presStyleCnt="0"/>
      <dgm:spPr/>
    </dgm:pt>
    <dgm:pt modelId="{99FE328C-4DB4-49EE-8C01-DD9BD780DC8C}" type="pres">
      <dgm:prSet presAssocID="{0C14A7F4-8EBD-41EB-B26F-4683DF9E6B08}" presName="thickLine" presStyleLbl="alignNode1" presStyleIdx="1" presStyleCnt="3"/>
      <dgm:spPr/>
    </dgm:pt>
    <dgm:pt modelId="{01BA3B39-396A-442F-9063-24CFBF02993D}" type="pres">
      <dgm:prSet presAssocID="{0C14A7F4-8EBD-41EB-B26F-4683DF9E6B08}" presName="horz1" presStyleCnt="0"/>
      <dgm:spPr/>
    </dgm:pt>
    <dgm:pt modelId="{605D0A2B-159A-4189-B01B-13C189CF3365}" type="pres">
      <dgm:prSet presAssocID="{0C14A7F4-8EBD-41EB-B26F-4683DF9E6B08}" presName="tx1" presStyleLbl="revTx" presStyleIdx="1" presStyleCnt="3"/>
      <dgm:spPr/>
    </dgm:pt>
    <dgm:pt modelId="{B9AD89CC-5B7A-4136-87D8-47F068208B88}" type="pres">
      <dgm:prSet presAssocID="{0C14A7F4-8EBD-41EB-B26F-4683DF9E6B08}" presName="vert1" presStyleCnt="0"/>
      <dgm:spPr/>
    </dgm:pt>
    <dgm:pt modelId="{50C23489-153A-4715-88C7-3E14A588A84C}" type="pres">
      <dgm:prSet presAssocID="{5B8AED85-C046-4B5A-BADA-00DB2BF0B12F}" presName="thickLine" presStyleLbl="alignNode1" presStyleIdx="2" presStyleCnt="3"/>
      <dgm:spPr/>
    </dgm:pt>
    <dgm:pt modelId="{3FA94129-5768-4637-B567-38DAE70B04A1}" type="pres">
      <dgm:prSet presAssocID="{5B8AED85-C046-4B5A-BADA-00DB2BF0B12F}" presName="horz1" presStyleCnt="0"/>
      <dgm:spPr/>
    </dgm:pt>
    <dgm:pt modelId="{6F44948F-A77A-45C7-987B-852715955040}" type="pres">
      <dgm:prSet presAssocID="{5B8AED85-C046-4B5A-BADA-00DB2BF0B12F}" presName="tx1" presStyleLbl="revTx" presStyleIdx="2" presStyleCnt="3"/>
      <dgm:spPr/>
    </dgm:pt>
    <dgm:pt modelId="{0BBCBDC5-327A-434F-A29A-AF9E78924832}" type="pres">
      <dgm:prSet presAssocID="{5B8AED85-C046-4B5A-BADA-00DB2BF0B12F}" presName="vert1" presStyleCnt="0"/>
      <dgm:spPr/>
    </dgm:pt>
  </dgm:ptLst>
  <dgm:cxnLst>
    <dgm:cxn modelId="{FE45F41A-1326-4298-B726-45E6962422EB}" type="presOf" srcId="{26F6C622-18FA-4C18-BEFA-C4E26B8FF9B7}" destId="{F89D885F-6163-4669-923E-29E7E2847070}" srcOrd="0" destOrd="0" presId="urn:microsoft.com/office/officeart/2008/layout/LinedList"/>
    <dgm:cxn modelId="{BFE96260-335E-408E-A2E0-6347FD595977}" type="presOf" srcId="{5B8AED85-C046-4B5A-BADA-00DB2BF0B12F}" destId="{6F44948F-A77A-45C7-987B-852715955040}" srcOrd="0" destOrd="0" presId="urn:microsoft.com/office/officeart/2008/layout/LinedList"/>
    <dgm:cxn modelId="{59D8FB45-6862-4E25-81E6-39EB1DA72BB6}" type="presOf" srcId="{0C14A7F4-8EBD-41EB-B26F-4683DF9E6B08}" destId="{605D0A2B-159A-4189-B01B-13C189CF3365}" srcOrd="0" destOrd="0" presId="urn:microsoft.com/office/officeart/2008/layout/LinedList"/>
    <dgm:cxn modelId="{9084AB47-6702-4F0B-B7CC-E699D4445995}" type="presOf" srcId="{9DE2CB07-EE7C-4A03-A9F5-76AA8124070C}" destId="{1AE08431-2D01-4BE1-8055-BD3AFDD492F9}" srcOrd="0" destOrd="0" presId="urn:microsoft.com/office/officeart/2008/layout/LinedList"/>
    <dgm:cxn modelId="{E23FC154-3F08-472D-8CB9-F837DC8E9CC9}" srcId="{9DE2CB07-EE7C-4A03-A9F5-76AA8124070C}" destId="{0C14A7F4-8EBD-41EB-B26F-4683DF9E6B08}" srcOrd="1" destOrd="0" parTransId="{B16036CD-074B-4C68-AAC7-38A59CE0A0BE}" sibTransId="{F4316382-7181-4A82-A4CA-1B43A68BD62B}"/>
    <dgm:cxn modelId="{E0E43E55-FD0C-436E-9484-1C2442EEFB0B}" srcId="{9DE2CB07-EE7C-4A03-A9F5-76AA8124070C}" destId="{5B8AED85-C046-4B5A-BADA-00DB2BF0B12F}" srcOrd="2" destOrd="0" parTransId="{3ECBB5AA-E460-4C00-BFF4-177F2113BFD1}" sibTransId="{F980E789-F034-49D1-A98E-3AFB96B67F52}"/>
    <dgm:cxn modelId="{12BED6C2-4D89-4D08-8E99-9CBFA9A2B9B0}" srcId="{9DE2CB07-EE7C-4A03-A9F5-76AA8124070C}" destId="{26F6C622-18FA-4C18-BEFA-C4E26B8FF9B7}" srcOrd="0" destOrd="0" parTransId="{A6490D4B-7837-4B19-97A9-5005EECD9619}" sibTransId="{970385F8-076A-4B47-9448-5070685595E8}"/>
    <dgm:cxn modelId="{C8A761C9-D90E-451E-A5FC-EF580D78B9CC}" type="presParOf" srcId="{1AE08431-2D01-4BE1-8055-BD3AFDD492F9}" destId="{B65F98A3-7FD3-46E3-B15C-40B90D147FD6}" srcOrd="0" destOrd="0" presId="urn:microsoft.com/office/officeart/2008/layout/LinedList"/>
    <dgm:cxn modelId="{4C31B463-2FA4-489A-832F-55F7D873E1D4}" type="presParOf" srcId="{1AE08431-2D01-4BE1-8055-BD3AFDD492F9}" destId="{4CD596A7-EBF5-4D97-9FEF-5C34B2D99EA3}" srcOrd="1" destOrd="0" presId="urn:microsoft.com/office/officeart/2008/layout/LinedList"/>
    <dgm:cxn modelId="{E42FBFE0-F56E-4855-90A3-7F9DA1B732FC}" type="presParOf" srcId="{4CD596A7-EBF5-4D97-9FEF-5C34B2D99EA3}" destId="{F89D885F-6163-4669-923E-29E7E2847070}" srcOrd="0" destOrd="0" presId="urn:microsoft.com/office/officeart/2008/layout/LinedList"/>
    <dgm:cxn modelId="{EB08F946-4CA7-44F4-B9D8-26DBD85C33D2}" type="presParOf" srcId="{4CD596A7-EBF5-4D97-9FEF-5C34B2D99EA3}" destId="{C5327312-0000-460B-95FA-D887D1A1FD68}" srcOrd="1" destOrd="0" presId="urn:microsoft.com/office/officeart/2008/layout/LinedList"/>
    <dgm:cxn modelId="{EE6CF7C6-56B4-475D-8286-78FCE5187082}" type="presParOf" srcId="{1AE08431-2D01-4BE1-8055-BD3AFDD492F9}" destId="{99FE328C-4DB4-49EE-8C01-DD9BD780DC8C}" srcOrd="2" destOrd="0" presId="urn:microsoft.com/office/officeart/2008/layout/LinedList"/>
    <dgm:cxn modelId="{A1726042-DB16-4EB1-AC86-898E2173A5C4}" type="presParOf" srcId="{1AE08431-2D01-4BE1-8055-BD3AFDD492F9}" destId="{01BA3B39-396A-442F-9063-24CFBF02993D}" srcOrd="3" destOrd="0" presId="urn:microsoft.com/office/officeart/2008/layout/LinedList"/>
    <dgm:cxn modelId="{04640B2F-FA83-40F7-AAC8-0619D4F0EBAB}" type="presParOf" srcId="{01BA3B39-396A-442F-9063-24CFBF02993D}" destId="{605D0A2B-159A-4189-B01B-13C189CF3365}" srcOrd="0" destOrd="0" presId="urn:microsoft.com/office/officeart/2008/layout/LinedList"/>
    <dgm:cxn modelId="{AF4A2358-6C51-46C9-8CB9-8A0F1997B8C3}" type="presParOf" srcId="{01BA3B39-396A-442F-9063-24CFBF02993D}" destId="{B9AD89CC-5B7A-4136-87D8-47F068208B88}" srcOrd="1" destOrd="0" presId="urn:microsoft.com/office/officeart/2008/layout/LinedList"/>
    <dgm:cxn modelId="{A321BF6F-D6C7-42AB-B807-3F798C2AAF1A}" type="presParOf" srcId="{1AE08431-2D01-4BE1-8055-BD3AFDD492F9}" destId="{50C23489-153A-4715-88C7-3E14A588A84C}" srcOrd="4" destOrd="0" presId="urn:microsoft.com/office/officeart/2008/layout/LinedList"/>
    <dgm:cxn modelId="{07D3DCA0-73AD-42C7-AFA2-F92F24C25D2D}" type="presParOf" srcId="{1AE08431-2D01-4BE1-8055-BD3AFDD492F9}" destId="{3FA94129-5768-4637-B567-38DAE70B04A1}" srcOrd="5" destOrd="0" presId="urn:microsoft.com/office/officeart/2008/layout/LinedList"/>
    <dgm:cxn modelId="{D8EEFE25-7848-4429-807A-FDC33E9CDAC9}" type="presParOf" srcId="{3FA94129-5768-4637-B567-38DAE70B04A1}" destId="{6F44948F-A77A-45C7-987B-852715955040}" srcOrd="0" destOrd="0" presId="urn:microsoft.com/office/officeart/2008/layout/LinedList"/>
    <dgm:cxn modelId="{AD61954A-81A4-44C1-ACB8-7B1AA05309DA}" type="presParOf" srcId="{3FA94129-5768-4637-B567-38DAE70B04A1}" destId="{0BBCBDC5-327A-434F-A29A-AF9E78924832}"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E2CB07-EE7C-4A03-A9F5-76AA8124070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6F6C622-18FA-4C18-BEFA-C4E26B8FF9B7}">
      <dgm:prSet phldrT="[Text]"/>
      <dgm:spPr/>
      <dgm:t>
        <a:bodyPr/>
        <a:lstStyle/>
        <a:p>
          <a:r>
            <a:rPr lang="en-US" dirty="0"/>
            <a:t>Make individual lists for expenses</a:t>
          </a:r>
        </a:p>
      </dgm:t>
    </dgm:pt>
    <dgm:pt modelId="{A6490D4B-7837-4B19-97A9-5005EECD9619}" type="parTrans" cxnId="{12BED6C2-4D89-4D08-8E99-9CBFA9A2B9B0}">
      <dgm:prSet/>
      <dgm:spPr/>
      <dgm:t>
        <a:bodyPr/>
        <a:lstStyle/>
        <a:p>
          <a:endParaRPr lang="en-US"/>
        </a:p>
      </dgm:t>
    </dgm:pt>
    <dgm:pt modelId="{970385F8-076A-4B47-9448-5070685595E8}" type="sibTrans" cxnId="{12BED6C2-4D89-4D08-8E99-9CBFA9A2B9B0}">
      <dgm:prSet/>
      <dgm:spPr/>
      <dgm:t>
        <a:bodyPr/>
        <a:lstStyle/>
        <a:p>
          <a:endParaRPr lang="en-US"/>
        </a:p>
      </dgm:t>
    </dgm:pt>
    <dgm:pt modelId="{48C4966E-710B-478F-A69F-FDD75B2E8CCB}">
      <dgm:prSet phldrT="[Text]"/>
      <dgm:spPr/>
      <dgm:t>
        <a:bodyPr/>
        <a:lstStyle/>
        <a:p>
          <a:r>
            <a:rPr lang="en-US" dirty="0"/>
            <a:t>Add all expenses and incomes in a list</a:t>
          </a:r>
        </a:p>
      </dgm:t>
    </dgm:pt>
    <dgm:pt modelId="{34203E5D-DA92-4E65-A374-BB6D8CA14F76}" type="parTrans" cxnId="{30166732-EE28-4555-8CBC-7A7B32CF8E46}">
      <dgm:prSet/>
      <dgm:spPr/>
      <dgm:t>
        <a:bodyPr/>
        <a:lstStyle/>
        <a:p>
          <a:endParaRPr lang="en-US"/>
        </a:p>
      </dgm:t>
    </dgm:pt>
    <dgm:pt modelId="{A3FDA553-585D-4949-BE72-7445776FEA55}" type="sibTrans" cxnId="{30166732-EE28-4555-8CBC-7A7B32CF8E46}">
      <dgm:prSet/>
      <dgm:spPr/>
      <dgm:t>
        <a:bodyPr/>
        <a:lstStyle/>
        <a:p>
          <a:endParaRPr lang="en-US"/>
        </a:p>
      </dgm:t>
    </dgm:pt>
    <dgm:pt modelId="{6672B902-429E-43D9-9402-3B2595A27550}">
      <dgm:prSet phldrT="[Text]"/>
      <dgm:spPr/>
      <dgm:t>
        <a:bodyPr/>
        <a:lstStyle/>
        <a:p>
          <a:r>
            <a:rPr lang="en-US" dirty="0"/>
            <a:t>Create a table based on individual expense lists</a:t>
          </a:r>
        </a:p>
      </dgm:t>
    </dgm:pt>
    <dgm:pt modelId="{70B3F49D-61A2-4113-8058-D3060CAE962D}" type="parTrans" cxnId="{1ED02647-8F2B-4E64-AAF2-C47AE4F9D9F7}">
      <dgm:prSet/>
      <dgm:spPr/>
      <dgm:t>
        <a:bodyPr/>
        <a:lstStyle/>
        <a:p>
          <a:endParaRPr lang="en-US"/>
        </a:p>
      </dgm:t>
    </dgm:pt>
    <dgm:pt modelId="{DEC08376-DD66-4984-8512-0705CC691069}" type="sibTrans" cxnId="{1ED02647-8F2B-4E64-AAF2-C47AE4F9D9F7}">
      <dgm:prSet/>
      <dgm:spPr/>
      <dgm:t>
        <a:bodyPr/>
        <a:lstStyle/>
        <a:p>
          <a:endParaRPr lang="en-US"/>
        </a:p>
      </dgm:t>
    </dgm:pt>
    <dgm:pt modelId="{1AE08431-2D01-4BE1-8055-BD3AFDD492F9}" type="pres">
      <dgm:prSet presAssocID="{9DE2CB07-EE7C-4A03-A9F5-76AA8124070C}" presName="vert0" presStyleCnt="0">
        <dgm:presLayoutVars>
          <dgm:dir/>
          <dgm:animOne val="branch"/>
          <dgm:animLvl val="lvl"/>
        </dgm:presLayoutVars>
      </dgm:prSet>
      <dgm:spPr/>
    </dgm:pt>
    <dgm:pt modelId="{B65F98A3-7FD3-46E3-B15C-40B90D147FD6}" type="pres">
      <dgm:prSet presAssocID="{26F6C622-18FA-4C18-BEFA-C4E26B8FF9B7}" presName="thickLine" presStyleLbl="alignNode1" presStyleIdx="0" presStyleCnt="3"/>
      <dgm:spPr/>
    </dgm:pt>
    <dgm:pt modelId="{4CD596A7-EBF5-4D97-9FEF-5C34B2D99EA3}" type="pres">
      <dgm:prSet presAssocID="{26F6C622-18FA-4C18-BEFA-C4E26B8FF9B7}" presName="horz1" presStyleCnt="0"/>
      <dgm:spPr/>
    </dgm:pt>
    <dgm:pt modelId="{F89D885F-6163-4669-923E-29E7E2847070}" type="pres">
      <dgm:prSet presAssocID="{26F6C622-18FA-4C18-BEFA-C4E26B8FF9B7}" presName="tx1" presStyleLbl="revTx" presStyleIdx="0" presStyleCnt="3"/>
      <dgm:spPr/>
    </dgm:pt>
    <dgm:pt modelId="{C5327312-0000-460B-95FA-D887D1A1FD68}" type="pres">
      <dgm:prSet presAssocID="{26F6C622-18FA-4C18-BEFA-C4E26B8FF9B7}" presName="vert1" presStyleCnt="0"/>
      <dgm:spPr/>
    </dgm:pt>
    <dgm:pt modelId="{4B3C509E-EA5E-40EB-804B-C104C1FBB10D}" type="pres">
      <dgm:prSet presAssocID="{48C4966E-710B-478F-A69F-FDD75B2E8CCB}" presName="thickLine" presStyleLbl="alignNode1" presStyleIdx="1" presStyleCnt="3"/>
      <dgm:spPr/>
    </dgm:pt>
    <dgm:pt modelId="{643DE514-93E6-4BC3-8518-C8320559C6C5}" type="pres">
      <dgm:prSet presAssocID="{48C4966E-710B-478F-A69F-FDD75B2E8CCB}" presName="horz1" presStyleCnt="0"/>
      <dgm:spPr/>
    </dgm:pt>
    <dgm:pt modelId="{B0B6CEAF-B7E3-45CE-B5A3-DC5B98B1B64E}" type="pres">
      <dgm:prSet presAssocID="{48C4966E-710B-478F-A69F-FDD75B2E8CCB}" presName="tx1" presStyleLbl="revTx" presStyleIdx="1" presStyleCnt="3"/>
      <dgm:spPr/>
    </dgm:pt>
    <dgm:pt modelId="{684F0F50-13E3-454E-95CB-EEF0748B3608}" type="pres">
      <dgm:prSet presAssocID="{48C4966E-710B-478F-A69F-FDD75B2E8CCB}" presName="vert1" presStyleCnt="0"/>
      <dgm:spPr/>
    </dgm:pt>
    <dgm:pt modelId="{92533973-5AE1-4370-84FF-55023801607F}" type="pres">
      <dgm:prSet presAssocID="{6672B902-429E-43D9-9402-3B2595A27550}" presName="thickLine" presStyleLbl="alignNode1" presStyleIdx="2" presStyleCnt="3"/>
      <dgm:spPr/>
    </dgm:pt>
    <dgm:pt modelId="{8CFA8EFF-3F2D-4ED6-AC70-483718B2EEB4}" type="pres">
      <dgm:prSet presAssocID="{6672B902-429E-43D9-9402-3B2595A27550}" presName="horz1" presStyleCnt="0"/>
      <dgm:spPr/>
    </dgm:pt>
    <dgm:pt modelId="{4C283294-D244-4596-BCE5-E5D140401183}" type="pres">
      <dgm:prSet presAssocID="{6672B902-429E-43D9-9402-3B2595A27550}" presName="tx1" presStyleLbl="revTx" presStyleIdx="2" presStyleCnt="3"/>
      <dgm:spPr/>
    </dgm:pt>
    <dgm:pt modelId="{DAA7B842-927A-402E-8B9D-5B49BB3A51E7}" type="pres">
      <dgm:prSet presAssocID="{6672B902-429E-43D9-9402-3B2595A27550}" presName="vert1" presStyleCnt="0"/>
      <dgm:spPr/>
    </dgm:pt>
  </dgm:ptLst>
  <dgm:cxnLst>
    <dgm:cxn modelId="{FE45F41A-1326-4298-B726-45E6962422EB}" type="presOf" srcId="{26F6C622-18FA-4C18-BEFA-C4E26B8FF9B7}" destId="{F89D885F-6163-4669-923E-29E7E2847070}" srcOrd="0" destOrd="0" presId="urn:microsoft.com/office/officeart/2008/layout/LinedList"/>
    <dgm:cxn modelId="{30166732-EE28-4555-8CBC-7A7B32CF8E46}" srcId="{9DE2CB07-EE7C-4A03-A9F5-76AA8124070C}" destId="{48C4966E-710B-478F-A69F-FDD75B2E8CCB}" srcOrd="1" destOrd="0" parTransId="{34203E5D-DA92-4E65-A374-BB6D8CA14F76}" sibTransId="{A3FDA553-585D-4949-BE72-7445776FEA55}"/>
    <dgm:cxn modelId="{1ED02647-8F2B-4E64-AAF2-C47AE4F9D9F7}" srcId="{9DE2CB07-EE7C-4A03-A9F5-76AA8124070C}" destId="{6672B902-429E-43D9-9402-3B2595A27550}" srcOrd="2" destOrd="0" parTransId="{70B3F49D-61A2-4113-8058-D3060CAE962D}" sibTransId="{DEC08376-DD66-4984-8512-0705CC691069}"/>
    <dgm:cxn modelId="{9084AB47-6702-4F0B-B7CC-E699D4445995}" type="presOf" srcId="{9DE2CB07-EE7C-4A03-A9F5-76AA8124070C}" destId="{1AE08431-2D01-4BE1-8055-BD3AFDD492F9}" srcOrd="0" destOrd="0" presId="urn:microsoft.com/office/officeart/2008/layout/LinedList"/>
    <dgm:cxn modelId="{12BED6C2-4D89-4D08-8E99-9CBFA9A2B9B0}" srcId="{9DE2CB07-EE7C-4A03-A9F5-76AA8124070C}" destId="{26F6C622-18FA-4C18-BEFA-C4E26B8FF9B7}" srcOrd="0" destOrd="0" parTransId="{A6490D4B-7837-4B19-97A9-5005EECD9619}" sibTransId="{970385F8-076A-4B47-9448-5070685595E8}"/>
    <dgm:cxn modelId="{A6F4F5D3-4919-4C81-A453-160E3F9C67D5}" type="presOf" srcId="{48C4966E-710B-478F-A69F-FDD75B2E8CCB}" destId="{B0B6CEAF-B7E3-45CE-B5A3-DC5B98B1B64E}" srcOrd="0" destOrd="0" presId="urn:microsoft.com/office/officeart/2008/layout/LinedList"/>
    <dgm:cxn modelId="{FCAB7CEF-0938-4F31-AD41-C20418C22703}" type="presOf" srcId="{6672B902-429E-43D9-9402-3B2595A27550}" destId="{4C283294-D244-4596-BCE5-E5D140401183}" srcOrd="0" destOrd="0" presId="urn:microsoft.com/office/officeart/2008/layout/LinedList"/>
    <dgm:cxn modelId="{C8A761C9-D90E-451E-A5FC-EF580D78B9CC}" type="presParOf" srcId="{1AE08431-2D01-4BE1-8055-BD3AFDD492F9}" destId="{B65F98A3-7FD3-46E3-B15C-40B90D147FD6}" srcOrd="0" destOrd="0" presId="urn:microsoft.com/office/officeart/2008/layout/LinedList"/>
    <dgm:cxn modelId="{4C31B463-2FA4-489A-832F-55F7D873E1D4}" type="presParOf" srcId="{1AE08431-2D01-4BE1-8055-BD3AFDD492F9}" destId="{4CD596A7-EBF5-4D97-9FEF-5C34B2D99EA3}" srcOrd="1" destOrd="0" presId="urn:microsoft.com/office/officeart/2008/layout/LinedList"/>
    <dgm:cxn modelId="{E42FBFE0-F56E-4855-90A3-7F9DA1B732FC}" type="presParOf" srcId="{4CD596A7-EBF5-4D97-9FEF-5C34B2D99EA3}" destId="{F89D885F-6163-4669-923E-29E7E2847070}" srcOrd="0" destOrd="0" presId="urn:microsoft.com/office/officeart/2008/layout/LinedList"/>
    <dgm:cxn modelId="{EB08F946-4CA7-44F4-B9D8-26DBD85C33D2}" type="presParOf" srcId="{4CD596A7-EBF5-4D97-9FEF-5C34B2D99EA3}" destId="{C5327312-0000-460B-95FA-D887D1A1FD68}" srcOrd="1" destOrd="0" presId="urn:microsoft.com/office/officeart/2008/layout/LinedList"/>
    <dgm:cxn modelId="{7F5B3862-77C3-48CA-94D6-373F481DB458}" type="presParOf" srcId="{1AE08431-2D01-4BE1-8055-BD3AFDD492F9}" destId="{4B3C509E-EA5E-40EB-804B-C104C1FBB10D}" srcOrd="2" destOrd="0" presId="urn:microsoft.com/office/officeart/2008/layout/LinedList"/>
    <dgm:cxn modelId="{EDDBA1B4-63BE-4BA9-94A3-DA0865EF32F9}" type="presParOf" srcId="{1AE08431-2D01-4BE1-8055-BD3AFDD492F9}" destId="{643DE514-93E6-4BC3-8518-C8320559C6C5}" srcOrd="3" destOrd="0" presId="urn:microsoft.com/office/officeart/2008/layout/LinedList"/>
    <dgm:cxn modelId="{96CF1842-DCB8-4343-A19C-4BC495B7341B}" type="presParOf" srcId="{643DE514-93E6-4BC3-8518-C8320559C6C5}" destId="{B0B6CEAF-B7E3-45CE-B5A3-DC5B98B1B64E}" srcOrd="0" destOrd="0" presId="urn:microsoft.com/office/officeart/2008/layout/LinedList"/>
    <dgm:cxn modelId="{2539D2B7-DCDB-4931-B492-74965E420C83}" type="presParOf" srcId="{643DE514-93E6-4BC3-8518-C8320559C6C5}" destId="{684F0F50-13E3-454E-95CB-EEF0748B3608}" srcOrd="1" destOrd="0" presId="urn:microsoft.com/office/officeart/2008/layout/LinedList"/>
    <dgm:cxn modelId="{1F60091D-6BA6-4FB8-B6D7-13974B573C4A}" type="presParOf" srcId="{1AE08431-2D01-4BE1-8055-BD3AFDD492F9}" destId="{92533973-5AE1-4370-84FF-55023801607F}" srcOrd="4" destOrd="0" presId="urn:microsoft.com/office/officeart/2008/layout/LinedList"/>
    <dgm:cxn modelId="{3CBD9F7E-E4AE-42AA-9EA4-6CA4A5C8B1FA}" type="presParOf" srcId="{1AE08431-2D01-4BE1-8055-BD3AFDD492F9}" destId="{8CFA8EFF-3F2D-4ED6-AC70-483718B2EEB4}" srcOrd="5" destOrd="0" presId="urn:microsoft.com/office/officeart/2008/layout/LinedList"/>
    <dgm:cxn modelId="{AD7C4908-FB94-4C0B-AFB7-3D0CCACC180C}" type="presParOf" srcId="{8CFA8EFF-3F2D-4ED6-AC70-483718B2EEB4}" destId="{4C283294-D244-4596-BCE5-E5D140401183}" srcOrd="0" destOrd="0" presId="urn:microsoft.com/office/officeart/2008/layout/LinedList"/>
    <dgm:cxn modelId="{FDEC0DE9-4AB4-484B-96F0-8BA463CD0109}" type="presParOf" srcId="{8CFA8EFF-3F2D-4ED6-AC70-483718B2EEB4}" destId="{DAA7B842-927A-402E-8B9D-5B49BB3A51E7}"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E2CB07-EE7C-4A03-A9F5-76AA8124070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6F6C622-18FA-4C18-BEFA-C4E26B8FF9B7}">
      <dgm:prSet phldrT="[Text]"/>
      <dgm:spPr/>
      <dgm:t>
        <a:bodyPr/>
        <a:lstStyle/>
        <a:p>
          <a:r>
            <a:rPr lang="en-US" dirty="0"/>
            <a:t>Track Budget vs Actuals</a:t>
          </a:r>
        </a:p>
      </dgm:t>
    </dgm:pt>
    <dgm:pt modelId="{A6490D4B-7837-4B19-97A9-5005EECD9619}" type="parTrans" cxnId="{12BED6C2-4D89-4D08-8E99-9CBFA9A2B9B0}">
      <dgm:prSet/>
      <dgm:spPr/>
      <dgm:t>
        <a:bodyPr/>
        <a:lstStyle/>
        <a:p>
          <a:endParaRPr lang="en-US"/>
        </a:p>
      </dgm:t>
    </dgm:pt>
    <dgm:pt modelId="{970385F8-076A-4B47-9448-5070685595E8}" type="sibTrans" cxnId="{12BED6C2-4D89-4D08-8E99-9CBFA9A2B9B0}">
      <dgm:prSet/>
      <dgm:spPr/>
      <dgm:t>
        <a:bodyPr/>
        <a:lstStyle/>
        <a:p>
          <a:endParaRPr lang="en-US"/>
        </a:p>
      </dgm:t>
    </dgm:pt>
    <dgm:pt modelId="{48C4966E-710B-478F-A69F-FDD75B2E8CCB}">
      <dgm:prSet phldrT="[Text]"/>
      <dgm:spPr/>
      <dgm:t>
        <a:bodyPr/>
        <a:lstStyle/>
        <a:p>
          <a:r>
            <a:rPr lang="en-US" dirty="0"/>
            <a:t>Track % of overall expenses</a:t>
          </a:r>
        </a:p>
      </dgm:t>
    </dgm:pt>
    <dgm:pt modelId="{34203E5D-DA92-4E65-A374-BB6D8CA14F76}" type="parTrans" cxnId="{30166732-EE28-4555-8CBC-7A7B32CF8E46}">
      <dgm:prSet/>
      <dgm:spPr/>
      <dgm:t>
        <a:bodyPr/>
        <a:lstStyle/>
        <a:p>
          <a:endParaRPr lang="en-US"/>
        </a:p>
      </dgm:t>
    </dgm:pt>
    <dgm:pt modelId="{A3FDA553-585D-4949-BE72-7445776FEA55}" type="sibTrans" cxnId="{30166732-EE28-4555-8CBC-7A7B32CF8E46}">
      <dgm:prSet/>
      <dgm:spPr/>
      <dgm:t>
        <a:bodyPr/>
        <a:lstStyle/>
        <a:p>
          <a:endParaRPr lang="en-US"/>
        </a:p>
      </dgm:t>
    </dgm:pt>
    <dgm:pt modelId="{6672B902-429E-43D9-9402-3B2595A27550}">
      <dgm:prSet phldrT="[Text]"/>
      <dgm:spPr/>
      <dgm:t>
        <a:bodyPr/>
        <a:lstStyle/>
        <a:p>
          <a:r>
            <a:rPr lang="en-US" dirty="0"/>
            <a:t>Create chart visuals for expenses</a:t>
          </a:r>
        </a:p>
      </dgm:t>
    </dgm:pt>
    <dgm:pt modelId="{70B3F49D-61A2-4113-8058-D3060CAE962D}" type="parTrans" cxnId="{1ED02647-8F2B-4E64-AAF2-C47AE4F9D9F7}">
      <dgm:prSet/>
      <dgm:spPr/>
      <dgm:t>
        <a:bodyPr/>
        <a:lstStyle/>
        <a:p>
          <a:endParaRPr lang="en-US"/>
        </a:p>
      </dgm:t>
    </dgm:pt>
    <dgm:pt modelId="{DEC08376-DD66-4984-8512-0705CC691069}" type="sibTrans" cxnId="{1ED02647-8F2B-4E64-AAF2-C47AE4F9D9F7}">
      <dgm:prSet/>
      <dgm:spPr/>
      <dgm:t>
        <a:bodyPr/>
        <a:lstStyle/>
        <a:p>
          <a:endParaRPr lang="en-US"/>
        </a:p>
      </dgm:t>
    </dgm:pt>
    <dgm:pt modelId="{1AE08431-2D01-4BE1-8055-BD3AFDD492F9}" type="pres">
      <dgm:prSet presAssocID="{9DE2CB07-EE7C-4A03-A9F5-76AA8124070C}" presName="vert0" presStyleCnt="0">
        <dgm:presLayoutVars>
          <dgm:dir/>
          <dgm:animOne val="branch"/>
          <dgm:animLvl val="lvl"/>
        </dgm:presLayoutVars>
      </dgm:prSet>
      <dgm:spPr/>
    </dgm:pt>
    <dgm:pt modelId="{B65F98A3-7FD3-46E3-B15C-40B90D147FD6}" type="pres">
      <dgm:prSet presAssocID="{26F6C622-18FA-4C18-BEFA-C4E26B8FF9B7}" presName="thickLine" presStyleLbl="alignNode1" presStyleIdx="0" presStyleCnt="3"/>
      <dgm:spPr/>
    </dgm:pt>
    <dgm:pt modelId="{4CD596A7-EBF5-4D97-9FEF-5C34B2D99EA3}" type="pres">
      <dgm:prSet presAssocID="{26F6C622-18FA-4C18-BEFA-C4E26B8FF9B7}" presName="horz1" presStyleCnt="0"/>
      <dgm:spPr/>
    </dgm:pt>
    <dgm:pt modelId="{F89D885F-6163-4669-923E-29E7E2847070}" type="pres">
      <dgm:prSet presAssocID="{26F6C622-18FA-4C18-BEFA-C4E26B8FF9B7}" presName="tx1" presStyleLbl="revTx" presStyleIdx="0" presStyleCnt="3"/>
      <dgm:spPr/>
    </dgm:pt>
    <dgm:pt modelId="{C5327312-0000-460B-95FA-D887D1A1FD68}" type="pres">
      <dgm:prSet presAssocID="{26F6C622-18FA-4C18-BEFA-C4E26B8FF9B7}" presName="vert1" presStyleCnt="0"/>
      <dgm:spPr/>
    </dgm:pt>
    <dgm:pt modelId="{4B3C509E-EA5E-40EB-804B-C104C1FBB10D}" type="pres">
      <dgm:prSet presAssocID="{48C4966E-710B-478F-A69F-FDD75B2E8CCB}" presName="thickLine" presStyleLbl="alignNode1" presStyleIdx="1" presStyleCnt="3"/>
      <dgm:spPr/>
    </dgm:pt>
    <dgm:pt modelId="{643DE514-93E6-4BC3-8518-C8320559C6C5}" type="pres">
      <dgm:prSet presAssocID="{48C4966E-710B-478F-A69F-FDD75B2E8CCB}" presName="horz1" presStyleCnt="0"/>
      <dgm:spPr/>
    </dgm:pt>
    <dgm:pt modelId="{B0B6CEAF-B7E3-45CE-B5A3-DC5B98B1B64E}" type="pres">
      <dgm:prSet presAssocID="{48C4966E-710B-478F-A69F-FDD75B2E8CCB}" presName="tx1" presStyleLbl="revTx" presStyleIdx="1" presStyleCnt="3"/>
      <dgm:spPr/>
    </dgm:pt>
    <dgm:pt modelId="{684F0F50-13E3-454E-95CB-EEF0748B3608}" type="pres">
      <dgm:prSet presAssocID="{48C4966E-710B-478F-A69F-FDD75B2E8CCB}" presName="vert1" presStyleCnt="0"/>
      <dgm:spPr/>
    </dgm:pt>
    <dgm:pt modelId="{92533973-5AE1-4370-84FF-55023801607F}" type="pres">
      <dgm:prSet presAssocID="{6672B902-429E-43D9-9402-3B2595A27550}" presName="thickLine" presStyleLbl="alignNode1" presStyleIdx="2" presStyleCnt="3"/>
      <dgm:spPr/>
    </dgm:pt>
    <dgm:pt modelId="{8CFA8EFF-3F2D-4ED6-AC70-483718B2EEB4}" type="pres">
      <dgm:prSet presAssocID="{6672B902-429E-43D9-9402-3B2595A27550}" presName="horz1" presStyleCnt="0"/>
      <dgm:spPr/>
    </dgm:pt>
    <dgm:pt modelId="{4C283294-D244-4596-BCE5-E5D140401183}" type="pres">
      <dgm:prSet presAssocID="{6672B902-429E-43D9-9402-3B2595A27550}" presName="tx1" presStyleLbl="revTx" presStyleIdx="2" presStyleCnt="3"/>
      <dgm:spPr/>
    </dgm:pt>
    <dgm:pt modelId="{DAA7B842-927A-402E-8B9D-5B49BB3A51E7}" type="pres">
      <dgm:prSet presAssocID="{6672B902-429E-43D9-9402-3B2595A27550}" presName="vert1" presStyleCnt="0"/>
      <dgm:spPr/>
    </dgm:pt>
  </dgm:ptLst>
  <dgm:cxnLst>
    <dgm:cxn modelId="{FE45F41A-1326-4298-B726-45E6962422EB}" type="presOf" srcId="{26F6C622-18FA-4C18-BEFA-C4E26B8FF9B7}" destId="{F89D885F-6163-4669-923E-29E7E2847070}" srcOrd="0" destOrd="0" presId="urn:microsoft.com/office/officeart/2008/layout/LinedList"/>
    <dgm:cxn modelId="{30166732-EE28-4555-8CBC-7A7B32CF8E46}" srcId="{9DE2CB07-EE7C-4A03-A9F5-76AA8124070C}" destId="{48C4966E-710B-478F-A69F-FDD75B2E8CCB}" srcOrd="1" destOrd="0" parTransId="{34203E5D-DA92-4E65-A374-BB6D8CA14F76}" sibTransId="{A3FDA553-585D-4949-BE72-7445776FEA55}"/>
    <dgm:cxn modelId="{1ED02647-8F2B-4E64-AAF2-C47AE4F9D9F7}" srcId="{9DE2CB07-EE7C-4A03-A9F5-76AA8124070C}" destId="{6672B902-429E-43D9-9402-3B2595A27550}" srcOrd="2" destOrd="0" parTransId="{70B3F49D-61A2-4113-8058-D3060CAE962D}" sibTransId="{DEC08376-DD66-4984-8512-0705CC691069}"/>
    <dgm:cxn modelId="{9084AB47-6702-4F0B-B7CC-E699D4445995}" type="presOf" srcId="{9DE2CB07-EE7C-4A03-A9F5-76AA8124070C}" destId="{1AE08431-2D01-4BE1-8055-BD3AFDD492F9}" srcOrd="0" destOrd="0" presId="urn:microsoft.com/office/officeart/2008/layout/LinedList"/>
    <dgm:cxn modelId="{12BED6C2-4D89-4D08-8E99-9CBFA9A2B9B0}" srcId="{9DE2CB07-EE7C-4A03-A9F5-76AA8124070C}" destId="{26F6C622-18FA-4C18-BEFA-C4E26B8FF9B7}" srcOrd="0" destOrd="0" parTransId="{A6490D4B-7837-4B19-97A9-5005EECD9619}" sibTransId="{970385F8-076A-4B47-9448-5070685595E8}"/>
    <dgm:cxn modelId="{A6F4F5D3-4919-4C81-A453-160E3F9C67D5}" type="presOf" srcId="{48C4966E-710B-478F-A69F-FDD75B2E8CCB}" destId="{B0B6CEAF-B7E3-45CE-B5A3-DC5B98B1B64E}" srcOrd="0" destOrd="0" presId="urn:microsoft.com/office/officeart/2008/layout/LinedList"/>
    <dgm:cxn modelId="{FCAB7CEF-0938-4F31-AD41-C20418C22703}" type="presOf" srcId="{6672B902-429E-43D9-9402-3B2595A27550}" destId="{4C283294-D244-4596-BCE5-E5D140401183}" srcOrd="0" destOrd="0" presId="urn:microsoft.com/office/officeart/2008/layout/LinedList"/>
    <dgm:cxn modelId="{C8A761C9-D90E-451E-A5FC-EF580D78B9CC}" type="presParOf" srcId="{1AE08431-2D01-4BE1-8055-BD3AFDD492F9}" destId="{B65F98A3-7FD3-46E3-B15C-40B90D147FD6}" srcOrd="0" destOrd="0" presId="urn:microsoft.com/office/officeart/2008/layout/LinedList"/>
    <dgm:cxn modelId="{4C31B463-2FA4-489A-832F-55F7D873E1D4}" type="presParOf" srcId="{1AE08431-2D01-4BE1-8055-BD3AFDD492F9}" destId="{4CD596A7-EBF5-4D97-9FEF-5C34B2D99EA3}" srcOrd="1" destOrd="0" presId="urn:microsoft.com/office/officeart/2008/layout/LinedList"/>
    <dgm:cxn modelId="{E42FBFE0-F56E-4855-90A3-7F9DA1B732FC}" type="presParOf" srcId="{4CD596A7-EBF5-4D97-9FEF-5C34B2D99EA3}" destId="{F89D885F-6163-4669-923E-29E7E2847070}" srcOrd="0" destOrd="0" presId="urn:microsoft.com/office/officeart/2008/layout/LinedList"/>
    <dgm:cxn modelId="{EB08F946-4CA7-44F4-B9D8-26DBD85C33D2}" type="presParOf" srcId="{4CD596A7-EBF5-4D97-9FEF-5C34B2D99EA3}" destId="{C5327312-0000-460B-95FA-D887D1A1FD68}" srcOrd="1" destOrd="0" presId="urn:microsoft.com/office/officeart/2008/layout/LinedList"/>
    <dgm:cxn modelId="{7F5B3862-77C3-48CA-94D6-373F481DB458}" type="presParOf" srcId="{1AE08431-2D01-4BE1-8055-BD3AFDD492F9}" destId="{4B3C509E-EA5E-40EB-804B-C104C1FBB10D}" srcOrd="2" destOrd="0" presId="urn:microsoft.com/office/officeart/2008/layout/LinedList"/>
    <dgm:cxn modelId="{EDDBA1B4-63BE-4BA9-94A3-DA0865EF32F9}" type="presParOf" srcId="{1AE08431-2D01-4BE1-8055-BD3AFDD492F9}" destId="{643DE514-93E6-4BC3-8518-C8320559C6C5}" srcOrd="3" destOrd="0" presId="urn:microsoft.com/office/officeart/2008/layout/LinedList"/>
    <dgm:cxn modelId="{96CF1842-DCB8-4343-A19C-4BC495B7341B}" type="presParOf" srcId="{643DE514-93E6-4BC3-8518-C8320559C6C5}" destId="{B0B6CEAF-B7E3-45CE-B5A3-DC5B98B1B64E}" srcOrd="0" destOrd="0" presId="urn:microsoft.com/office/officeart/2008/layout/LinedList"/>
    <dgm:cxn modelId="{2539D2B7-DCDB-4931-B492-74965E420C83}" type="presParOf" srcId="{643DE514-93E6-4BC3-8518-C8320559C6C5}" destId="{684F0F50-13E3-454E-95CB-EEF0748B3608}" srcOrd="1" destOrd="0" presId="urn:microsoft.com/office/officeart/2008/layout/LinedList"/>
    <dgm:cxn modelId="{1F60091D-6BA6-4FB8-B6D7-13974B573C4A}" type="presParOf" srcId="{1AE08431-2D01-4BE1-8055-BD3AFDD492F9}" destId="{92533973-5AE1-4370-84FF-55023801607F}" srcOrd="4" destOrd="0" presId="urn:microsoft.com/office/officeart/2008/layout/LinedList"/>
    <dgm:cxn modelId="{3CBD9F7E-E4AE-42AA-9EA4-6CA4A5C8B1FA}" type="presParOf" srcId="{1AE08431-2D01-4BE1-8055-BD3AFDD492F9}" destId="{8CFA8EFF-3F2D-4ED6-AC70-483718B2EEB4}" srcOrd="5" destOrd="0" presId="urn:microsoft.com/office/officeart/2008/layout/LinedList"/>
    <dgm:cxn modelId="{AD7C4908-FB94-4C0B-AFB7-3D0CCACC180C}" type="presParOf" srcId="{8CFA8EFF-3F2D-4ED6-AC70-483718B2EEB4}" destId="{4C283294-D244-4596-BCE5-E5D140401183}" srcOrd="0" destOrd="0" presId="urn:microsoft.com/office/officeart/2008/layout/LinedList"/>
    <dgm:cxn modelId="{FDEC0DE9-4AB4-484B-96F0-8BA463CD0109}" type="presParOf" srcId="{8CFA8EFF-3F2D-4ED6-AC70-483718B2EEB4}" destId="{DAA7B842-927A-402E-8B9D-5B49BB3A51E7}"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E2CB07-EE7C-4A03-A9F5-76AA8124070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6F6C622-18FA-4C18-BEFA-C4E26B8FF9B7}">
      <dgm:prSet phldrT="[Text]"/>
      <dgm:spPr/>
      <dgm:t>
        <a:bodyPr/>
        <a:lstStyle/>
        <a:p>
          <a:r>
            <a:rPr lang="en-US" dirty="0"/>
            <a:t>Analyze spending in a Pivot Table</a:t>
          </a:r>
        </a:p>
      </dgm:t>
    </dgm:pt>
    <dgm:pt modelId="{A6490D4B-7837-4B19-97A9-5005EECD9619}" type="parTrans" cxnId="{12BED6C2-4D89-4D08-8E99-9CBFA9A2B9B0}">
      <dgm:prSet/>
      <dgm:spPr/>
      <dgm:t>
        <a:bodyPr/>
        <a:lstStyle/>
        <a:p>
          <a:endParaRPr lang="en-US"/>
        </a:p>
      </dgm:t>
    </dgm:pt>
    <dgm:pt modelId="{970385F8-076A-4B47-9448-5070685595E8}" type="sibTrans" cxnId="{12BED6C2-4D89-4D08-8E99-9CBFA9A2B9B0}">
      <dgm:prSet/>
      <dgm:spPr/>
      <dgm:t>
        <a:bodyPr/>
        <a:lstStyle/>
        <a:p>
          <a:endParaRPr lang="en-US"/>
        </a:p>
      </dgm:t>
    </dgm:pt>
    <dgm:pt modelId="{48C4966E-710B-478F-A69F-FDD75B2E8CCB}">
      <dgm:prSet phldrT="[Text]"/>
      <dgm:spPr/>
      <dgm:t>
        <a:bodyPr/>
        <a:lstStyle/>
        <a:p>
          <a:r>
            <a:rPr lang="en-US" dirty="0"/>
            <a:t>Save as a template</a:t>
          </a:r>
        </a:p>
      </dgm:t>
    </dgm:pt>
    <dgm:pt modelId="{34203E5D-DA92-4E65-A374-BB6D8CA14F76}" type="parTrans" cxnId="{30166732-EE28-4555-8CBC-7A7B32CF8E46}">
      <dgm:prSet/>
      <dgm:spPr/>
      <dgm:t>
        <a:bodyPr/>
        <a:lstStyle/>
        <a:p>
          <a:endParaRPr lang="en-US"/>
        </a:p>
      </dgm:t>
    </dgm:pt>
    <dgm:pt modelId="{A3FDA553-585D-4949-BE72-7445776FEA55}" type="sibTrans" cxnId="{30166732-EE28-4555-8CBC-7A7B32CF8E46}">
      <dgm:prSet/>
      <dgm:spPr/>
      <dgm:t>
        <a:bodyPr/>
        <a:lstStyle/>
        <a:p>
          <a:endParaRPr lang="en-US"/>
        </a:p>
      </dgm:t>
    </dgm:pt>
    <dgm:pt modelId="{1AE08431-2D01-4BE1-8055-BD3AFDD492F9}" type="pres">
      <dgm:prSet presAssocID="{9DE2CB07-EE7C-4A03-A9F5-76AA8124070C}" presName="vert0" presStyleCnt="0">
        <dgm:presLayoutVars>
          <dgm:dir/>
          <dgm:animOne val="branch"/>
          <dgm:animLvl val="lvl"/>
        </dgm:presLayoutVars>
      </dgm:prSet>
      <dgm:spPr/>
    </dgm:pt>
    <dgm:pt modelId="{B65F98A3-7FD3-46E3-B15C-40B90D147FD6}" type="pres">
      <dgm:prSet presAssocID="{26F6C622-18FA-4C18-BEFA-C4E26B8FF9B7}" presName="thickLine" presStyleLbl="alignNode1" presStyleIdx="0" presStyleCnt="2"/>
      <dgm:spPr/>
    </dgm:pt>
    <dgm:pt modelId="{4CD596A7-EBF5-4D97-9FEF-5C34B2D99EA3}" type="pres">
      <dgm:prSet presAssocID="{26F6C622-18FA-4C18-BEFA-C4E26B8FF9B7}" presName="horz1" presStyleCnt="0"/>
      <dgm:spPr/>
    </dgm:pt>
    <dgm:pt modelId="{F89D885F-6163-4669-923E-29E7E2847070}" type="pres">
      <dgm:prSet presAssocID="{26F6C622-18FA-4C18-BEFA-C4E26B8FF9B7}" presName="tx1" presStyleLbl="revTx" presStyleIdx="0" presStyleCnt="2"/>
      <dgm:spPr/>
    </dgm:pt>
    <dgm:pt modelId="{C5327312-0000-460B-95FA-D887D1A1FD68}" type="pres">
      <dgm:prSet presAssocID="{26F6C622-18FA-4C18-BEFA-C4E26B8FF9B7}" presName="vert1" presStyleCnt="0"/>
      <dgm:spPr/>
    </dgm:pt>
    <dgm:pt modelId="{4B3C509E-EA5E-40EB-804B-C104C1FBB10D}" type="pres">
      <dgm:prSet presAssocID="{48C4966E-710B-478F-A69F-FDD75B2E8CCB}" presName="thickLine" presStyleLbl="alignNode1" presStyleIdx="1" presStyleCnt="2"/>
      <dgm:spPr/>
    </dgm:pt>
    <dgm:pt modelId="{643DE514-93E6-4BC3-8518-C8320559C6C5}" type="pres">
      <dgm:prSet presAssocID="{48C4966E-710B-478F-A69F-FDD75B2E8CCB}" presName="horz1" presStyleCnt="0"/>
      <dgm:spPr/>
    </dgm:pt>
    <dgm:pt modelId="{B0B6CEAF-B7E3-45CE-B5A3-DC5B98B1B64E}" type="pres">
      <dgm:prSet presAssocID="{48C4966E-710B-478F-A69F-FDD75B2E8CCB}" presName="tx1" presStyleLbl="revTx" presStyleIdx="1" presStyleCnt="2"/>
      <dgm:spPr/>
    </dgm:pt>
    <dgm:pt modelId="{684F0F50-13E3-454E-95CB-EEF0748B3608}" type="pres">
      <dgm:prSet presAssocID="{48C4966E-710B-478F-A69F-FDD75B2E8CCB}" presName="vert1" presStyleCnt="0"/>
      <dgm:spPr/>
    </dgm:pt>
  </dgm:ptLst>
  <dgm:cxnLst>
    <dgm:cxn modelId="{FE45F41A-1326-4298-B726-45E6962422EB}" type="presOf" srcId="{26F6C622-18FA-4C18-BEFA-C4E26B8FF9B7}" destId="{F89D885F-6163-4669-923E-29E7E2847070}" srcOrd="0" destOrd="0" presId="urn:microsoft.com/office/officeart/2008/layout/LinedList"/>
    <dgm:cxn modelId="{30166732-EE28-4555-8CBC-7A7B32CF8E46}" srcId="{9DE2CB07-EE7C-4A03-A9F5-76AA8124070C}" destId="{48C4966E-710B-478F-A69F-FDD75B2E8CCB}" srcOrd="1" destOrd="0" parTransId="{34203E5D-DA92-4E65-A374-BB6D8CA14F76}" sibTransId="{A3FDA553-585D-4949-BE72-7445776FEA55}"/>
    <dgm:cxn modelId="{9084AB47-6702-4F0B-B7CC-E699D4445995}" type="presOf" srcId="{9DE2CB07-EE7C-4A03-A9F5-76AA8124070C}" destId="{1AE08431-2D01-4BE1-8055-BD3AFDD492F9}" srcOrd="0" destOrd="0" presId="urn:microsoft.com/office/officeart/2008/layout/LinedList"/>
    <dgm:cxn modelId="{12BED6C2-4D89-4D08-8E99-9CBFA9A2B9B0}" srcId="{9DE2CB07-EE7C-4A03-A9F5-76AA8124070C}" destId="{26F6C622-18FA-4C18-BEFA-C4E26B8FF9B7}" srcOrd="0" destOrd="0" parTransId="{A6490D4B-7837-4B19-97A9-5005EECD9619}" sibTransId="{970385F8-076A-4B47-9448-5070685595E8}"/>
    <dgm:cxn modelId="{A6F4F5D3-4919-4C81-A453-160E3F9C67D5}" type="presOf" srcId="{48C4966E-710B-478F-A69F-FDD75B2E8CCB}" destId="{B0B6CEAF-B7E3-45CE-B5A3-DC5B98B1B64E}" srcOrd="0" destOrd="0" presId="urn:microsoft.com/office/officeart/2008/layout/LinedList"/>
    <dgm:cxn modelId="{C8A761C9-D90E-451E-A5FC-EF580D78B9CC}" type="presParOf" srcId="{1AE08431-2D01-4BE1-8055-BD3AFDD492F9}" destId="{B65F98A3-7FD3-46E3-B15C-40B90D147FD6}" srcOrd="0" destOrd="0" presId="urn:microsoft.com/office/officeart/2008/layout/LinedList"/>
    <dgm:cxn modelId="{4C31B463-2FA4-489A-832F-55F7D873E1D4}" type="presParOf" srcId="{1AE08431-2D01-4BE1-8055-BD3AFDD492F9}" destId="{4CD596A7-EBF5-4D97-9FEF-5C34B2D99EA3}" srcOrd="1" destOrd="0" presId="urn:microsoft.com/office/officeart/2008/layout/LinedList"/>
    <dgm:cxn modelId="{E42FBFE0-F56E-4855-90A3-7F9DA1B732FC}" type="presParOf" srcId="{4CD596A7-EBF5-4D97-9FEF-5C34B2D99EA3}" destId="{F89D885F-6163-4669-923E-29E7E2847070}" srcOrd="0" destOrd="0" presId="urn:microsoft.com/office/officeart/2008/layout/LinedList"/>
    <dgm:cxn modelId="{EB08F946-4CA7-44F4-B9D8-26DBD85C33D2}" type="presParOf" srcId="{4CD596A7-EBF5-4D97-9FEF-5C34B2D99EA3}" destId="{C5327312-0000-460B-95FA-D887D1A1FD68}" srcOrd="1" destOrd="0" presId="urn:microsoft.com/office/officeart/2008/layout/LinedList"/>
    <dgm:cxn modelId="{7F5B3862-77C3-48CA-94D6-373F481DB458}" type="presParOf" srcId="{1AE08431-2D01-4BE1-8055-BD3AFDD492F9}" destId="{4B3C509E-EA5E-40EB-804B-C104C1FBB10D}" srcOrd="2" destOrd="0" presId="urn:microsoft.com/office/officeart/2008/layout/LinedList"/>
    <dgm:cxn modelId="{EDDBA1B4-63BE-4BA9-94A3-DA0865EF32F9}" type="presParOf" srcId="{1AE08431-2D01-4BE1-8055-BD3AFDD492F9}" destId="{643DE514-93E6-4BC3-8518-C8320559C6C5}" srcOrd="3" destOrd="0" presId="urn:microsoft.com/office/officeart/2008/layout/LinedList"/>
    <dgm:cxn modelId="{96CF1842-DCB8-4343-A19C-4BC495B7341B}" type="presParOf" srcId="{643DE514-93E6-4BC3-8518-C8320559C6C5}" destId="{B0B6CEAF-B7E3-45CE-B5A3-DC5B98B1B64E}" srcOrd="0" destOrd="0" presId="urn:microsoft.com/office/officeart/2008/layout/LinedList"/>
    <dgm:cxn modelId="{2539D2B7-DCDB-4931-B492-74965E420C83}" type="presParOf" srcId="{643DE514-93E6-4BC3-8518-C8320559C6C5}" destId="{684F0F50-13E3-454E-95CB-EEF0748B3608}"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E2CB07-EE7C-4A03-A9F5-76AA8124070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6F6C622-18FA-4C18-BEFA-C4E26B8FF9B7}">
      <dgm:prSet phldrT="[Text]"/>
      <dgm:spPr/>
      <dgm:t>
        <a:bodyPr/>
        <a:lstStyle/>
        <a:p>
          <a:r>
            <a:rPr lang="en-US" dirty="0"/>
            <a:t>Personal Finance</a:t>
          </a:r>
        </a:p>
      </dgm:t>
    </dgm:pt>
    <dgm:pt modelId="{A6490D4B-7837-4B19-97A9-5005EECD9619}" type="parTrans" cxnId="{12BED6C2-4D89-4D08-8E99-9CBFA9A2B9B0}">
      <dgm:prSet/>
      <dgm:spPr/>
      <dgm:t>
        <a:bodyPr/>
        <a:lstStyle/>
        <a:p>
          <a:endParaRPr lang="en-US"/>
        </a:p>
      </dgm:t>
    </dgm:pt>
    <dgm:pt modelId="{970385F8-076A-4B47-9448-5070685595E8}" type="sibTrans" cxnId="{12BED6C2-4D89-4D08-8E99-9CBFA9A2B9B0}">
      <dgm:prSet/>
      <dgm:spPr/>
      <dgm:t>
        <a:bodyPr/>
        <a:lstStyle/>
        <a:p>
          <a:endParaRPr lang="en-US"/>
        </a:p>
      </dgm:t>
    </dgm:pt>
    <dgm:pt modelId="{48C4966E-710B-478F-A69F-FDD75B2E8CCB}">
      <dgm:prSet phldrT="[Text]"/>
      <dgm:spPr/>
      <dgm:t>
        <a:bodyPr/>
        <a:lstStyle/>
        <a:p>
          <a:r>
            <a:rPr lang="en-US" dirty="0"/>
            <a:t>Forecast Monthly payments</a:t>
          </a:r>
        </a:p>
      </dgm:t>
    </dgm:pt>
    <dgm:pt modelId="{34203E5D-DA92-4E65-A374-BB6D8CA14F76}" type="parTrans" cxnId="{30166732-EE28-4555-8CBC-7A7B32CF8E46}">
      <dgm:prSet/>
      <dgm:spPr/>
      <dgm:t>
        <a:bodyPr/>
        <a:lstStyle/>
        <a:p>
          <a:endParaRPr lang="en-US"/>
        </a:p>
      </dgm:t>
    </dgm:pt>
    <dgm:pt modelId="{A3FDA553-585D-4949-BE72-7445776FEA55}" type="sibTrans" cxnId="{30166732-EE28-4555-8CBC-7A7B32CF8E46}">
      <dgm:prSet/>
      <dgm:spPr/>
      <dgm:t>
        <a:bodyPr/>
        <a:lstStyle/>
        <a:p>
          <a:endParaRPr lang="en-US"/>
        </a:p>
      </dgm:t>
    </dgm:pt>
    <dgm:pt modelId="{6D064E39-42E1-49E2-B5B3-7010A0A070A2}">
      <dgm:prSet phldrT="[Text]"/>
      <dgm:spPr/>
      <dgm:t>
        <a:bodyPr/>
        <a:lstStyle/>
        <a:p>
          <a:r>
            <a:rPr lang="en-US" dirty="0"/>
            <a:t>Calculate the future value of an investment</a:t>
          </a:r>
        </a:p>
      </dgm:t>
    </dgm:pt>
    <dgm:pt modelId="{9BD3549B-493D-4503-B99C-5FCD40629ECE}" type="parTrans" cxnId="{70AE5C29-5B58-4E3C-B726-9A5895B2FED0}">
      <dgm:prSet/>
      <dgm:spPr/>
      <dgm:t>
        <a:bodyPr/>
        <a:lstStyle/>
        <a:p>
          <a:endParaRPr lang="en-US"/>
        </a:p>
      </dgm:t>
    </dgm:pt>
    <dgm:pt modelId="{4B8F1CF0-A059-40F2-BED6-BE255370B74B}" type="sibTrans" cxnId="{70AE5C29-5B58-4E3C-B726-9A5895B2FED0}">
      <dgm:prSet/>
      <dgm:spPr/>
      <dgm:t>
        <a:bodyPr/>
        <a:lstStyle/>
        <a:p>
          <a:endParaRPr lang="en-US"/>
        </a:p>
      </dgm:t>
    </dgm:pt>
    <dgm:pt modelId="{1AE08431-2D01-4BE1-8055-BD3AFDD492F9}" type="pres">
      <dgm:prSet presAssocID="{9DE2CB07-EE7C-4A03-A9F5-76AA8124070C}" presName="vert0" presStyleCnt="0">
        <dgm:presLayoutVars>
          <dgm:dir/>
          <dgm:animOne val="branch"/>
          <dgm:animLvl val="lvl"/>
        </dgm:presLayoutVars>
      </dgm:prSet>
      <dgm:spPr/>
    </dgm:pt>
    <dgm:pt modelId="{B65F98A3-7FD3-46E3-B15C-40B90D147FD6}" type="pres">
      <dgm:prSet presAssocID="{26F6C622-18FA-4C18-BEFA-C4E26B8FF9B7}" presName="thickLine" presStyleLbl="alignNode1" presStyleIdx="0" presStyleCnt="1"/>
      <dgm:spPr/>
    </dgm:pt>
    <dgm:pt modelId="{4CD596A7-EBF5-4D97-9FEF-5C34B2D99EA3}" type="pres">
      <dgm:prSet presAssocID="{26F6C622-18FA-4C18-BEFA-C4E26B8FF9B7}" presName="horz1" presStyleCnt="0"/>
      <dgm:spPr/>
    </dgm:pt>
    <dgm:pt modelId="{F89D885F-6163-4669-923E-29E7E2847070}" type="pres">
      <dgm:prSet presAssocID="{26F6C622-18FA-4C18-BEFA-C4E26B8FF9B7}" presName="tx1" presStyleLbl="revTx" presStyleIdx="0" presStyleCnt="3"/>
      <dgm:spPr/>
    </dgm:pt>
    <dgm:pt modelId="{C5327312-0000-460B-95FA-D887D1A1FD68}" type="pres">
      <dgm:prSet presAssocID="{26F6C622-18FA-4C18-BEFA-C4E26B8FF9B7}" presName="vert1" presStyleCnt="0"/>
      <dgm:spPr/>
    </dgm:pt>
    <dgm:pt modelId="{EE0C2513-C8D5-4DD4-AB44-7B4476E41592}" type="pres">
      <dgm:prSet presAssocID="{6D064E39-42E1-49E2-B5B3-7010A0A070A2}" presName="vertSpace2a" presStyleCnt="0"/>
      <dgm:spPr/>
    </dgm:pt>
    <dgm:pt modelId="{E39664BE-C823-4193-8AE9-3087B345FBB5}" type="pres">
      <dgm:prSet presAssocID="{6D064E39-42E1-49E2-B5B3-7010A0A070A2}" presName="horz2" presStyleCnt="0"/>
      <dgm:spPr/>
    </dgm:pt>
    <dgm:pt modelId="{C678B21C-96DA-48E2-AFA8-0F4EC47461F8}" type="pres">
      <dgm:prSet presAssocID="{6D064E39-42E1-49E2-B5B3-7010A0A070A2}" presName="horzSpace2" presStyleCnt="0"/>
      <dgm:spPr/>
    </dgm:pt>
    <dgm:pt modelId="{A615B0EC-6FE0-4445-BE51-455E136CF6A6}" type="pres">
      <dgm:prSet presAssocID="{6D064E39-42E1-49E2-B5B3-7010A0A070A2}" presName="tx2" presStyleLbl="revTx" presStyleIdx="1" presStyleCnt="3"/>
      <dgm:spPr/>
    </dgm:pt>
    <dgm:pt modelId="{A1A0EFE0-A4D6-4A22-9AFA-29CAC1D2C213}" type="pres">
      <dgm:prSet presAssocID="{6D064E39-42E1-49E2-B5B3-7010A0A070A2}" presName="vert2" presStyleCnt="0"/>
      <dgm:spPr/>
    </dgm:pt>
    <dgm:pt modelId="{443B3377-79D4-4096-B9F5-20A3202387F2}" type="pres">
      <dgm:prSet presAssocID="{6D064E39-42E1-49E2-B5B3-7010A0A070A2}" presName="thinLine2b" presStyleLbl="callout" presStyleIdx="0" presStyleCnt="2"/>
      <dgm:spPr/>
    </dgm:pt>
    <dgm:pt modelId="{A33D43E9-A8CC-4530-9B99-A02FB26685BE}" type="pres">
      <dgm:prSet presAssocID="{6D064E39-42E1-49E2-B5B3-7010A0A070A2}" presName="vertSpace2b" presStyleCnt="0"/>
      <dgm:spPr/>
    </dgm:pt>
    <dgm:pt modelId="{0B94E030-AAEE-422D-AC2D-8E5C4457CE44}" type="pres">
      <dgm:prSet presAssocID="{48C4966E-710B-478F-A69F-FDD75B2E8CCB}" presName="horz2" presStyleCnt="0"/>
      <dgm:spPr/>
    </dgm:pt>
    <dgm:pt modelId="{E4E56275-BC27-4CC5-A3E9-C6D4D0C212CC}" type="pres">
      <dgm:prSet presAssocID="{48C4966E-710B-478F-A69F-FDD75B2E8CCB}" presName="horzSpace2" presStyleCnt="0"/>
      <dgm:spPr/>
    </dgm:pt>
    <dgm:pt modelId="{FCB03338-9C0F-47BF-A885-EF771ED2BE65}" type="pres">
      <dgm:prSet presAssocID="{48C4966E-710B-478F-A69F-FDD75B2E8CCB}" presName="tx2" presStyleLbl="revTx" presStyleIdx="2" presStyleCnt="3"/>
      <dgm:spPr/>
    </dgm:pt>
    <dgm:pt modelId="{7C010CD7-70F9-4874-B889-B920CAE877BB}" type="pres">
      <dgm:prSet presAssocID="{48C4966E-710B-478F-A69F-FDD75B2E8CCB}" presName="vert2" presStyleCnt="0"/>
      <dgm:spPr/>
    </dgm:pt>
    <dgm:pt modelId="{7132462A-0896-4408-BD0C-FEE299C28858}" type="pres">
      <dgm:prSet presAssocID="{48C4966E-710B-478F-A69F-FDD75B2E8CCB}" presName="thinLine2b" presStyleLbl="callout" presStyleIdx="1" presStyleCnt="2"/>
      <dgm:spPr/>
    </dgm:pt>
    <dgm:pt modelId="{1869B6EB-A880-4C75-A827-D2F80972D1A2}" type="pres">
      <dgm:prSet presAssocID="{48C4966E-710B-478F-A69F-FDD75B2E8CCB}" presName="vertSpace2b" presStyleCnt="0"/>
      <dgm:spPr/>
    </dgm:pt>
  </dgm:ptLst>
  <dgm:cxnLst>
    <dgm:cxn modelId="{A1D13314-F4EE-4967-B7A3-78BFA45E6DDE}" type="presOf" srcId="{6D064E39-42E1-49E2-B5B3-7010A0A070A2}" destId="{A615B0EC-6FE0-4445-BE51-455E136CF6A6}" srcOrd="0" destOrd="0" presId="urn:microsoft.com/office/officeart/2008/layout/LinedList"/>
    <dgm:cxn modelId="{70AE5C29-5B58-4E3C-B726-9A5895B2FED0}" srcId="{26F6C622-18FA-4C18-BEFA-C4E26B8FF9B7}" destId="{6D064E39-42E1-49E2-B5B3-7010A0A070A2}" srcOrd="0" destOrd="0" parTransId="{9BD3549B-493D-4503-B99C-5FCD40629ECE}" sibTransId="{4B8F1CF0-A059-40F2-BED6-BE255370B74B}"/>
    <dgm:cxn modelId="{30166732-EE28-4555-8CBC-7A7B32CF8E46}" srcId="{26F6C622-18FA-4C18-BEFA-C4E26B8FF9B7}" destId="{48C4966E-710B-478F-A69F-FDD75B2E8CCB}" srcOrd="1" destOrd="0" parTransId="{34203E5D-DA92-4E65-A374-BB6D8CA14F76}" sibTransId="{A3FDA553-585D-4949-BE72-7445776FEA55}"/>
    <dgm:cxn modelId="{9084AB47-6702-4F0B-B7CC-E699D4445995}" type="presOf" srcId="{9DE2CB07-EE7C-4A03-A9F5-76AA8124070C}" destId="{1AE08431-2D01-4BE1-8055-BD3AFDD492F9}" srcOrd="0" destOrd="0" presId="urn:microsoft.com/office/officeart/2008/layout/LinedList"/>
    <dgm:cxn modelId="{5C2A2D48-4821-4755-9F08-23F6872A9752}" type="presOf" srcId="{26F6C622-18FA-4C18-BEFA-C4E26B8FF9B7}" destId="{F89D885F-6163-4669-923E-29E7E2847070}" srcOrd="0" destOrd="0" presId="urn:microsoft.com/office/officeart/2008/layout/LinedList"/>
    <dgm:cxn modelId="{12BED6C2-4D89-4D08-8E99-9CBFA9A2B9B0}" srcId="{9DE2CB07-EE7C-4A03-A9F5-76AA8124070C}" destId="{26F6C622-18FA-4C18-BEFA-C4E26B8FF9B7}" srcOrd="0" destOrd="0" parTransId="{A6490D4B-7837-4B19-97A9-5005EECD9619}" sibTransId="{970385F8-076A-4B47-9448-5070685595E8}"/>
    <dgm:cxn modelId="{FE4216E5-4A77-4DEF-AA25-888E8986AD48}" type="presOf" srcId="{48C4966E-710B-478F-A69F-FDD75B2E8CCB}" destId="{FCB03338-9C0F-47BF-A885-EF771ED2BE65}" srcOrd="0" destOrd="0" presId="urn:microsoft.com/office/officeart/2008/layout/LinedList"/>
    <dgm:cxn modelId="{8FDD3CE0-89B9-463B-A853-5ED1E5053B6B}" type="presParOf" srcId="{1AE08431-2D01-4BE1-8055-BD3AFDD492F9}" destId="{B65F98A3-7FD3-46E3-B15C-40B90D147FD6}" srcOrd="0" destOrd="0" presId="urn:microsoft.com/office/officeart/2008/layout/LinedList"/>
    <dgm:cxn modelId="{F93E09ED-6266-4527-8C33-657350C82FAF}" type="presParOf" srcId="{1AE08431-2D01-4BE1-8055-BD3AFDD492F9}" destId="{4CD596A7-EBF5-4D97-9FEF-5C34B2D99EA3}" srcOrd="1" destOrd="0" presId="urn:microsoft.com/office/officeart/2008/layout/LinedList"/>
    <dgm:cxn modelId="{6C4D7782-B575-42A6-8697-4D0EED6D9789}" type="presParOf" srcId="{4CD596A7-EBF5-4D97-9FEF-5C34B2D99EA3}" destId="{F89D885F-6163-4669-923E-29E7E2847070}" srcOrd="0" destOrd="0" presId="urn:microsoft.com/office/officeart/2008/layout/LinedList"/>
    <dgm:cxn modelId="{1B7BA7B7-D55E-43D2-8238-D1164E6432A0}" type="presParOf" srcId="{4CD596A7-EBF5-4D97-9FEF-5C34B2D99EA3}" destId="{C5327312-0000-460B-95FA-D887D1A1FD68}" srcOrd="1" destOrd="0" presId="urn:microsoft.com/office/officeart/2008/layout/LinedList"/>
    <dgm:cxn modelId="{D7FE117A-565A-4FAA-A8D4-1CFC7F8558DC}" type="presParOf" srcId="{C5327312-0000-460B-95FA-D887D1A1FD68}" destId="{EE0C2513-C8D5-4DD4-AB44-7B4476E41592}" srcOrd="0" destOrd="0" presId="urn:microsoft.com/office/officeart/2008/layout/LinedList"/>
    <dgm:cxn modelId="{F2114F44-30E9-4616-8F78-9BDC51E3352A}" type="presParOf" srcId="{C5327312-0000-460B-95FA-D887D1A1FD68}" destId="{E39664BE-C823-4193-8AE9-3087B345FBB5}" srcOrd="1" destOrd="0" presId="urn:microsoft.com/office/officeart/2008/layout/LinedList"/>
    <dgm:cxn modelId="{7530B092-9817-4203-AF22-834C0A642746}" type="presParOf" srcId="{E39664BE-C823-4193-8AE9-3087B345FBB5}" destId="{C678B21C-96DA-48E2-AFA8-0F4EC47461F8}" srcOrd="0" destOrd="0" presId="urn:microsoft.com/office/officeart/2008/layout/LinedList"/>
    <dgm:cxn modelId="{9ECA6FAC-41B8-4948-BB59-28E50831831D}" type="presParOf" srcId="{E39664BE-C823-4193-8AE9-3087B345FBB5}" destId="{A615B0EC-6FE0-4445-BE51-455E136CF6A6}" srcOrd="1" destOrd="0" presId="urn:microsoft.com/office/officeart/2008/layout/LinedList"/>
    <dgm:cxn modelId="{E807BBA3-CAFB-4EE0-9AA7-41C2FE895DFF}" type="presParOf" srcId="{E39664BE-C823-4193-8AE9-3087B345FBB5}" destId="{A1A0EFE0-A4D6-4A22-9AFA-29CAC1D2C213}" srcOrd="2" destOrd="0" presId="urn:microsoft.com/office/officeart/2008/layout/LinedList"/>
    <dgm:cxn modelId="{93279C81-CE2A-40F4-8766-8C2EB20CBCAB}" type="presParOf" srcId="{C5327312-0000-460B-95FA-D887D1A1FD68}" destId="{443B3377-79D4-4096-B9F5-20A3202387F2}" srcOrd="2" destOrd="0" presId="urn:microsoft.com/office/officeart/2008/layout/LinedList"/>
    <dgm:cxn modelId="{F789851D-935A-438E-BE8B-804C8937169D}" type="presParOf" srcId="{C5327312-0000-460B-95FA-D887D1A1FD68}" destId="{A33D43E9-A8CC-4530-9B99-A02FB26685BE}" srcOrd="3" destOrd="0" presId="urn:microsoft.com/office/officeart/2008/layout/LinedList"/>
    <dgm:cxn modelId="{F0C79BC5-CE67-4362-9B14-88FEE75C22B2}" type="presParOf" srcId="{C5327312-0000-460B-95FA-D887D1A1FD68}" destId="{0B94E030-AAEE-422D-AC2D-8E5C4457CE44}" srcOrd="4" destOrd="0" presId="urn:microsoft.com/office/officeart/2008/layout/LinedList"/>
    <dgm:cxn modelId="{5E859EDA-B6A2-474F-BDB8-FFEB4017FBB2}" type="presParOf" srcId="{0B94E030-AAEE-422D-AC2D-8E5C4457CE44}" destId="{E4E56275-BC27-4CC5-A3E9-C6D4D0C212CC}" srcOrd="0" destOrd="0" presId="urn:microsoft.com/office/officeart/2008/layout/LinedList"/>
    <dgm:cxn modelId="{C2539B72-AB62-442B-A5AF-31156101FFCA}" type="presParOf" srcId="{0B94E030-AAEE-422D-AC2D-8E5C4457CE44}" destId="{FCB03338-9C0F-47BF-A885-EF771ED2BE65}" srcOrd="1" destOrd="0" presId="urn:microsoft.com/office/officeart/2008/layout/LinedList"/>
    <dgm:cxn modelId="{D89C520D-2B1A-4023-A3AB-34E832EBF6EE}" type="presParOf" srcId="{0B94E030-AAEE-422D-AC2D-8E5C4457CE44}" destId="{7C010CD7-70F9-4874-B889-B920CAE877BB}" srcOrd="2" destOrd="0" presId="urn:microsoft.com/office/officeart/2008/layout/LinedList"/>
    <dgm:cxn modelId="{B1FB55E8-D638-4C76-984F-734D8C252037}" type="presParOf" srcId="{C5327312-0000-460B-95FA-D887D1A1FD68}" destId="{7132462A-0896-4408-BD0C-FEE299C28858}" srcOrd="5" destOrd="0" presId="urn:microsoft.com/office/officeart/2008/layout/LinedList"/>
    <dgm:cxn modelId="{C78A866A-B78B-4C2D-8F27-4D20A919F235}" type="presParOf" srcId="{C5327312-0000-460B-95FA-D887D1A1FD68}" destId="{1869B6EB-A880-4C75-A827-D2F80972D1A2}" srcOrd="6"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F98A3-7FD3-46E3-B15C-40B90D147FD6}">
      <dsp:nvSpPr>
        <dsp:cNvPr id="0" name=""/>
        <dsp:cNvSpPr/>
      </dsp:nvSpPr>
      <dsp:spPr>
        <a:xfrm>
          <a:off x="0" y="1972"/>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9D885F-6163-4669-923E-29E7E2847070}">
      <dsp:nvSpPr>
        <dsp:cNvPr id="0" name=""/>
        <dsp:cNvSpPr/>
      </dsp:nvSpPr>
      <dsp:spPr>
        <a:xfrm>
          <a:off x="0" y="1972"/>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Creating a personal Monthly budget</a:t>
          </a:r>
        </a:p>
      </dsp:txBody>
      <dsp:txXfrm>
        <a:off x="0" y="1972"/>
        <a:ext cx="5077750" cy="1345118"/>
      </dsp:txXfrm>
    </dsp:sp>
    <dsp:sp modelId="{99FE328C-4DB4-49EE-8C01-DD9BD780DC8C}">
      <dsp:nvSpPr>
        <dsp:cNvPr id="0" name=""/>
        <dsp:cNvSpPr/>
      </dsp:nvSpPr>
      <dsp:spPr>
        <a:xfrm>
          <a:off x="0" y="1347090"/>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5D0A2B-159A-4189-B01B-13C189CF3365}">
      <dsp:nvSpPr>
        <dsp:cNvPr id="0" name=""/>
        <dsp:cNvSpPr/>
      </dsp:nvSpPr>
      <dsp:spPr>
        <a:xfrm>
          <a:off x="0" y="1347090"/>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Managing Data Tables</a:t>
          </a:r>
        </a:p>
      </dsp:txBody>
      <dsp:txXfrm>
        <a:off x="0" y="1347090"/>
        <a:ext cx="5077750" cy="1345118"/>
      </dsp:txXfrm>
    </dsp:sp>
    <dsp:sp modelId="{50C23489-153A-4715-88C7-3E14A588A84C}">
      <dsp:nvSpPr>
        <dsp:cNvPr id="0" name=""/>
        <dsp:cNvSpPr/>
      </dsp:nvSpPr>
      <dsp:spPr>
        <a:xfrm>
          <a:off x="0" y="2692208"/>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4948F-A77A-45C7-987B-852715955040}">
      <dsp:nvSpPr>
        <dsp:cNvPr id="0" name=""/>
        <dsp:cNvSpPr/>
      </dsp:nvSpPr>
      <dsp:spPr>
        <a:xfrm>
          <a:off x="0" y="2692208"/>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Building Interactive Dropdown menus</a:t>
          </a:r>
        </a:p>
      </dsp:txBody>
      <dsp:txXfrm>
        <a:off x="0" y="2692208"/>
        <a:ext cx="5077750" cy="13451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F98A3-7FD3-46E3-B15C-40B90D147FD6}">
      <dsp:nvSpPr>
        <dsp:cNvPr id="0" name=""/>
        <dsp:cNvSpPr/>
      </dsp:nvSpPr>
      <dsp:spPr>
        <a:xfrm>
          <a:off x="0" y="1972"/>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9D885F-6163-4669-923E-29E7E2847070}">
      <dsp:nvSpPr>
        <dsp:cNvPr id="0" name=""/>
        <dsp:cNvSpPr/>
      </dsp:nvSpPr>
      <dsp:spPr>
        <a:xfrm>
          <a:off x="0" y="1972"/>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Make individual lists for expenses</a:t>
          </a:r>
        </a:p>
      </dsp:txBody>
      <dsp:txXfrm>
        <a:off x="0" y="1972"/>
        <a:ext cx="5077750" cy="1345118"/>
      </dsp:txXfrm>
    </dsp:sp>
    <dsp:sp modelId="{4B3C509E-EA5E-40EB-804B-C104C1FBB10D}">
      <dsp:nvSpPr>
        <dsp:cNvPr id="0" name=""/>
        <dsp:cNvSpPr/>
      </dsp:nvSpPr>
      <dsp:spPr>
        <a:xfrm>
          <a:off x="0" y="1347090"/>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B6CEAF-B7E3-45CE-B5A3-DC5B98B1B64E}">
      <dsp:nvSpPr>
        <dsp:cNvPr id="0" name=""/>
        <dsp:cNvSpPr/>
      </dsp:nvSpPr>
      <dsp:spPr>
        <a:xfrm>
          <a:off x="0" y="1347090"/>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Add all expenses and incomes in a list</a:t>
          </a:r>
        </a:p>
      </dsp:txBody>
      <dsp:txXfrm>
        <a:off x="0" y="1347090"/>
        <a:ext cx="5077750" cy="1345118"/>
      </dsp:txXfrm>
    </dsp:sp>
    <dsp:sp modelId="{92533973-5AE1-4370-84FF-55023801607F}">
      <dsp:nvSpPr>
        <dsp:cNvPr id="0" name=""/>
        <dsp:cNvSpPr/>
      </dsp:nvSpPr>
      <dsp:spPr>
        <a:xfrm>
          <a:off x="0" y="2692208"/>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283294-D244-4596-BCE5-E5D140401183}">
      <dsp:nvSpPr>
        <dsp:cNvPr id="0" name=""/>
        <dsp:cNvSpPr/>
      </dsp:nvSpPr>
      <dsp:spPr>
        <a:xfrm>
          <a:off x="0" y="2692208"/>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Create a table based on individual expense lists</a:t>
          </a:r>
        </a:p>
      </dsp:txBody>
      <dsp:txXfrm>
        <a:off x="0" y="2692208"/>
        <a:ext cx="5077750" cy="13451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F98A3-7FD3-46E3-B15C-40B90D147FD6}">
      <dsp:nvSpPr>
        <dsp:cNvPr id="0" name=""/>
        <dsp:cNvSpPr/>
      </dsp:nvSpPr>
      <dsp:spPr>
        <a:xfrm>
          <a:off x="0" y="1972"/>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9D885F-6163-4669-923E-29E7E2847070}">
      <dsp:nvSpPr>
        <dsp:cNvPr id="0" name=""/>
        <dsp:cNvSpPr/>
      </dsp:nvSpPr>
      <dsp:spPr>
        <a:xfrm>
          <a:off x="0" y="1972"/>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Track Budget vs Actuals</a:t>
          </a:r>
        </a:p>
      </dsp:txBody>
      <dsp:txXfrm>
        <a:off x="0" y="1972"/>
        <a:ext cx="5077750" cy="1345118"/>
      </dsp:txXfrm>
    </dsp:sp>
    <dsp:sp modelId="{4B3C509E-EA5E-40EB-804B-C104C1FBB10D}">
      <dsp:nvSpPr>
        <dsp:cNvPr id="0" name=""/>
        <dsp:cNvSpPr/>
      </dsp:nvSpPr>
      <dsp:spPr>
        <a:xfrm>
          <a:off x="0" y="1347090"/>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B6CEAF-B7E3-45CE-B5A3-DC5B98B1B64E}">
      <dsp:nvSpPr>
        <dsp:cNvPr id="0" name=""/>
        <dsp:cNvSpPr/>
      </dsp:nvSpPr>
      <dsp:spPr>
        <a:xfrm>
          <a:off x="0" y="1347090"/>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Track % of overall expenses</a:t>
          </a:r>
        </a:p>
      </dsp:txBody>
      <dsp:txXfrm>
        <a:off x="0" y="1347090"/>
        <a:ext cx="5077750" cy="1345118"/>
      </dsp:txXfrm>
    </dsp:sp>
    <dsp:sp modelId="{92533973-5AE1-4370-84FF-55023801607F}">
      <dsp:nvSpPr>
        <dsp:cNvPr id="0" name=""/>
        <dsp:cNvSpPr/>
      </dsp:nvSpPr>
      <dsp:spPr>
        <a:xfrm>
          <a:off x="0" y="2692208"/>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283294-D244-4596-BCE5-E5D140401183}">
      <dsp:nvSpPr>
        <dsp:cNvPr id="0" name=""/>
        <dsp:cNvSpPr/>
      </dsp:nvSpPr>
      <dsp:spPr>
        <a:xfrm>
          <a:off x="0" y="2692208"/>
          <a:ext cx="5077750" cy="134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Create chart visuals for expenses</a:t>
          </a:r>
        </a:p>
      </dsp:txBody>
      <dsp:txXfrm>
        <a:off x="0" y="2692208"/>
        <a:ext cx="5077750" cy="13451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F98A3-7FD3-46E3-B15C-40B90D147FD6}">
      <dsp:nvSpPr>
        <dsp:cNvPr id="0" name=""/>
        <dsp:cNvSpPr/>
      </dsp:nvSpPr>
      <dsp:spPr>
        <a:xfrm>
          <a:off x="0" y="0"/>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9D885F-6163-4669-923E-29E7E2847070}">
      <dsp:nvSpPr>
        <dsp:cNvPr id="0" name=""/>
        <dsp:cNvSpPr/>
      </dsp:nvSpPr>
      <dsp:spPr>
        <a:xfrm>
          <a:off x="0" y="0"/>
          <a:ext cx="5077750" cy="2019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dirty="0"/>
            <a:t>Analyze spending in a Pivot Table</a:t>
          </a:r>
        </a:p>
      </dsp:txBody>
      <dsp:txXfrm>
        <a:off x="0" y="0"/>
        <a:ext cx="5077750" cy="2019649"/>
      </dsp:txXfrm>
    </dsp:sp>
    <dsp:sp modelId="{4B3C509E-EA5E-40EB-804B-C104C1FBB10D}">
      <dsp:nvSpPr>
        <dsp:cNvPr id="0" name=""/>
        <dsp:cNvSpPr/>
      </dsp:nvSpPr>
      <dsp:spPr>
        <a:xfrm>
          <a:off x="0" y="2019649"/>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B6CEAF-B7E3-45CE-B5A3-DC5B98B1B64E}">
      <dsp:nvSpPr>
        <dsp:cNvPr id="0" name=""/>
        <dsp:cNvSpPr/>
      </dsp:nvSpPr>
      <dsp:spPr>
        <a:xfrm>
          <a:off x="0" y="2019649"/>
          <a:ext cx="5077750" cy="2019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dirty="0"/>
            <a:t>Save as a template</a:t>
          </a:r>
        </a:p>
      </dsp:txBody>
      <dsp:txXfrm>
        <a:off x="0" y="2019649"/>
        <a:ext cx="5077750" cy="20196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F98A3-7FD3-46E3-B15C-40B90D147FD6}">
      <dsp:nvSpPr>
        <dsp:cNvPr id="0" name=""/>
        <dsp:cNvSpPr/>
      </dsp:nvSpPr>
      <dsp:spPr>
        <a:xfrm>
          <a:off x="0" y="0"/>
          <a:ext cx="507775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9D885F-6163-4669-923E-29E7E2847070}">
      <dsp:nvSpPr>
        <dsp:cNvPr id="0" name=""/>
        <dsp:cNvSpPr/>
      </dsp:nvSpPr>
      <dsp:spPr>
        <a:xfrm>
          <a:off x="0" y="0"/>
          <a:ext cx="1015550" cy="4039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Personal Finance</a:t>
          </a:r>
        </a:p>
      </dsp:txBody>
      <dsp:txXfrm>
        <a:off x="0" y="0"/>
        <a:ext cx="1015550" cy="4039299"/>
      </dsp:txXfrm>
    </dsp:sp>
    <dsp:sp modelId="{A615B0EC-6FE0-4445-BE51-455E136CF6A6}">
      <dsp:nvSpPr>
        <dsp:cNvPr id="0" name=""/>
        <dsp:cNvSpPr/>
      </dsp:nvSpPr>
      <dsp:spPr>
        <a:xfrm>
          <a:off x="1091716" y="93882"/>
          <a:ext cx="3986033" cy="1877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Calculate the future value of an investment</a:t>
          </a:r>
        </a:p>
      </dsp:txBody>
      <dsp:txXfrm>
        <a:off x="1091716" y="93882"/>
        <a:ext cx="3986033" cy="1877642"/>
      </dsp:txXfrm>
    </dsp:sp>
    <dsp:sp modelId="{443B3377-79D4-4096-B9F5-20A3202387F2}">
      <dsp:nvSpPr>
        <dsp:cNvPr id="0" name=""/>
        <dsp:cNvSpPr/>
      </dsp:nvSpPr>
      <dsp:spPr>
        <a:xfrm>
          <a:off x="1015550" y="1971525"/>
          <a:ext cx="406220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B03338-9C0F-47BF-A885-EF771ED2BE65}">
      <dsp:nvSpPr>
        <dsp:cNvPr id="0" name=""/>
        <dsp:cNvSpPr/>
      </dsp:nvSpPr>
      <dsp:spPr>
        <a:xfrm>
          <a:off x="1091716" y="2065407"/>
          <a:ext cx="3986033" cy="1877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Forecast Monthly payments</a:t>
          </a:r>
        </a:p>
      </dsp:txBody>
      <dsp:txXfrm>
        <a:off x="1091716" y="2065407"/>
        <a:ext cx="3986033" cy="1877642"/>
      </dsp:txXfrm>
    </dsp:sp>
    <dsp:sp modelId="{7132462A-0896-4408-BD0C-FEE299C28858}">
      <dsp:nvSpPr>
        <dsp:cNvPr id="0" name=""/>
        <dsp:cNvSpPr/>
      </dsp:nvSpPr>
      <dsp:spPr>
        <a:xfrm>
          <a:off x="1015550" y="3943050"/>
          <a:ext cx="406220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8BA17-0E2F-494F-AF85-9E727BEDDFDE}" type="datetimeFigureOut">
              <a:rPr lang="en-US" smtClean="0"/>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0AAAF9-91C0-452B-B2B6-B6A9AE540445}" type="slidenum">
              <a:rPr lang="en-US" smtClean="0"/>
              <a:t>‹#›</a:t>
            </a:fld>
            <a:endParaRPr lang="en-US" dirty="0"/>
          </a:p>
        </p:txBody>
      </p:sp>
    </p:spTree>
    <p:extLst>
      <p:ext uri="{BB962C8B-B14F-4D97-AF65-F5344CB8AC3E}">
        <p14:creationId xmlns:p14="http://schemas.microsoft.com/office/powerpoint/2010/main" val="325893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83" name="Google Shape;1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7054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edc9ec3ae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edc9ec3aed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SzPts val="1100"/>
            </a:pPr>
            <a:r>
              <a:rPr lang="en-US" b="1" dirty="0">
                <a:solidFill>
                  <a:srgbClr val="FF0000"/>
                </a:solidFill>
              </a:rPr>
              <a:t>Timing Note</a:t>
            </a:r>
          </a:p>
          <a:p>
            <a:pPr>
              <a:buSzPts val="1100"/>
            </a:pPr>
            <a:r>
              <a:rPr lang="en-US" b="0" dirty="0">
                <a:solidFill>
                  <a:srgbClr val="FF0000"/>
                </a:solidFill>
              </a:rPr>
              <a:t>⏰ (less than or equal to) ≤1-minute for this slide</a:t>
            </a:r>
          </a:p>
          <a:p>
            <a:pPr marL="0" indent="0">
              <a:buFont typeface="Arial" panose="020B0604020202020204" pitchFamily="34" charset="0"/>
              <a:buNone/>
            </a:pPr>
            <a:r>
              <a:rPr lang="en-US" b="0" u="none" dirty="0">
                <a:cs typeface="Calibri" panose="020F0502020204030204"/>
              </a:rPr>
              <a:t>-----------------------------</a:t>
            </a:r>
            <a:endParaRPr lang="en-US" b="1" dirty="0">
              <a:solidFill>
                <a:schemeClr val="dk1"/>
              </a:solidFill>
            </a:endParaRPr>
          </a:p>
          <a:p>
            <a:pPr marL="0" lvl="0" indent="0" algn="l">
              <a:spcBef>
                <a:spcPts val="0"/>
              </a:spcBef>
              <a:spcAft>
                <a:spcPts val="0"/>
              </a:spcAft>
              <a:buSzPts val="1100"/>
              <a:buFont typeface="Arial"/>
              <a:buNone/>
            </a:pPr>
            <a:endParaRPr lang="en-US" b="1" dirty="0">
              <a:solidFill>
                <a:schemeClr val="dk1"/>
              </a:solidFill>
            </a:endParaRPr>
          </a:p>
          <a:p>
            <a:pPr marL="0" lvl="0" indent="0" algn="l">
              <a:spcBef>
                <a:spcPts val="0"/>
              </a:spcBef>
              <a:spcAft>
                <a:spcPts val="0"/>
              </a:spcAft>
              <a:buSzPts val="1100"/>
              <a:buFont typeface="Arial"/>
              <a:buNone/>
            </a:pPr>
            <a:r>
              <a:rPr lang="en-US" b="1" dirty="0">
                <a:solidFill>
                  <a:schemeClr val="dk1"/>
                </a:solidFill>
              </a:rPr>
              <a:t>Instructions:</a:t>
            </a:r>
          </a:p>
          <a:p>
            <a:pPr marL="171450" lvl="0" indent="-171450" algn="l">
              <a:spcBef>
                <a:spcPts val="0"/>
              </a:spcBef>
              <a:spcAft>
                <a:spcPts val="0"/>
              </a:spcAft>
              <a:buSzPts val="1100"/>
              <a:buFont typeface="Arial" panose="020B0604020202020204" pitchFamily="34" charset="0"/>
              <a:buChar char="•"/>
            </a:pPr>
            <a:r>
              <a:rPr lang="en-US" b="0" dirty="0">
                <a:solidFill>
                  <a:schemeClr val="dk1"/>
                </a:solidFill>
              </a:rPr>
              <a:t>Stay high-level, just the headlines</a:t>
            </a:r>
          </a:p>
          <a:p>
            <a:pPr marL="171450" lvl="0" indent="-171450" algn="l">
              <a:spcBef>
                <a:spcPts val="0"/>
              </a:spcBef>
              <a:spcAft>
                <a:spcPts val="0"/>
              </a:spcAft>
              <a:buSzPts val="1100"/>
              <a:buFont typeface="Arial" panose="020B0604020202020204" pitchFamily="34" charset="0"/>
              <a:buChar char="•"/>
            </a:pPr>
            <a:r>
              <a:rPr lang="en-US" b="0" u="none" dirty="0">
                <a:solidFill>
                  <a:schemeClr val="dk1"/>
                </a:solidFill>
              </a:rPr>
              <a:t>Contextualize. Connect the agenda to any relevant insight you have about this group.</a:t>
            </a: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200" b="1" i="0" dirty="0">
                <a:solidFill>
                  <a:srgbClr val="292929"/>
                </a:solidFill>
                <a:effectLst/>
                <a:latin typeface="+mn-lt"/>
              </a:rPr>
              <a:t>-----------------------------</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SME: </a:t>
            </a:r>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[Old script]</a:t>
            </a:r>
          </a:p>
          <a:p>
            <a:pPr marL="228600" lvl="0" indent="-228600" algn="l" rtl="0">
              <a:lnSpc>
                <a:spcPct val="100000"/>
              </a:lnSpc>
              <a:spcBef>
                <a:spcPts val="0"/>
              </a:spcBef>
              <a:spcAft>
                <a:spcPts val="0"/>
              </a:spcAft>
              <a:buSzPts val="1100"/>
              <a:buFont typeface="+mj-lt"/>
              <a:buAutoNum type="arabicPeriod"/>
            </a:pPr>
            <a:r>
              <a:rPr lang="en-US" b="0" dirty="0"/>
              <a:t>Here is the flow for today: In the first half, I’m going to share with you the Learnit's EAR model of active listening. We’ll look at what it is and how to apply it. </a:t>
            </a:r>
          </a:p>
          <a:p>
            <a:pPr marL="228600" lvl="0" indent="-228600" algn="l" rtl="0">
              <a:lnSpc>
                <a:spcPct val="100000"/>
              </a:lnSpc>
              <a:spcBef>
                <a:spcPts val="0"/>
              </a:spcBef>
              <a:spcAft>
                <a:spcPts val="0"/>
              </a:spcAft>
              <a:buSzPts val="1100"/>
              <a:buFont typeface="+mj-lt"/>
              <a:buAutoNum type="arabicPeriod"/>
            </a:pPr>
            <a:r>
              <a:rPr lang="en-US" b="0" dirty="0"/>
              <a:t>Then, when we come back from the break, I will share with you a guaranteed way to make sure that you always listen. That’s because listening is hard and knowing what it is and how to do it is no guarantee that you always will. It’s in the second half where we build on the foundational skills of the first half and get into </a:t>
            </a:r>
            <a:r>
              <a:rPr lang="en-US" b="0" i="1" dirty="0"/>
              <a:t>listening as a superpower</a:t>
            </a:r>
            <a:r>
              <a:rPr lang="en-US" b="0" dirty="0"/>
              <a:t>.  </a:t>
            </a:r>
          </a:p>
          <a:p>
            <a:pPr marL="228600" lvl="0" indent="-228600" algn="l" rtl="0">
              <a:lnSpc>
                <a:spcPct val="100000"/>
              </a:lnSpc>
              <a:spcBef>
                <a:spcPts val="0"/>
              </a:spcBef>
              <a:spcAft>
                <a:spcPts val="0"/>
              </a:spcAft>
              <a:buSzPts val="1100"/>
              <a:buFont typeface="+mj-lt"/>
              <a:buAutoNum type="arabicPeriod"/>
            </a:pPr>
            <a:r>
              <a:rPr lang="en-US" b="0" dirty="0"/>
              <a:t>Then, before we leave, we’ll turn our attention to what you can do to make the speaker feel heard.</a:t>
            </a:r>
          </a:p>
          <a:p>
            <a:pPr marL="0" lvl="0" indent="0" algn="l" rtl="0">
              <a:lnSpc>
                <a:spcPct val="100000"/>
              </a:lnSpc>
              <a:spcBef>
                <a:spcPts val="0"/>
              </a:spcBef>
              <a:spcAft>
                <a:spcPts val="0"/>
              </a:spcAft>
              <a:buSzPts val="1100"/>
              <a:buNone/>
            </a:pPr>
            <a:endParaRPr lang="en-US" b="1"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This course will NOT be: </a:t>
            </a:r>
          </a:p>
          <a:p>
            <a:pPr marL="0" lvl="0" indent="0" algn="l" rtl="0">
              <a:lnSpc>
                <a:spcPct val="100000"/>
              </a:lnSpc>
              <a:spcBef>
                <a:spcPts val="0"/>
              </a:spcBef>
              <a:spcAft>
                <a:spcPts val="0"/>
              </a:spcAft>
              <a:buSzPts val="1100"/>
              <a:buNone/>
            </a:pPr>
            <a:r>
              <a:rPr lang="en-US" dirty="0"/>
              <a:t>What we won’t really do today is look at listening in special circumstances, like: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When someone is really upset (angry customer, for example)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Language barriers or cultural barriers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Dealing with listening and technology. (Time permitting, we may talk a bit about listening in a virtual meeting or on the phone as opposed to in person, but we won’t discuss the specifics of different technologies. Zoom or Teams.)</a:t>
            </a:r>
          </a:p>
          <a:p>
            <a:pPr marL="171450" lvl="0" indent="-171450" algn="l" rtl="0">
              <a:lnSpc>
                <a:spcPct val="100000"/>
              </a:lnSpc>
              <a:spcBef>
                <a:spcPts val="0"/>
              </a:spcBef>
              <a:spcAft>
                <a:spcPts val="0"/>
              </a:spcAft>
              <a:buSzPts val="1100"/>
              <a:buFont typeface="Arial" panose="020B0604020202020204" pitchFamily="34" charset="0"/>
              <a:buChar char="•"/>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We do offer classes for these other topics (customer service, working in different cultures and we have many business application classes) that I would be happy to tell you about at the end of today’s class.</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This will be a very active, participatory, roll-up-your-sleeves tour through listening skills. Our goal is to make you an immediately better listener by the end of this session. But being a great listener requires practice. That’s why we will finish today’s session by looking at exactly what you can do to keep practicing.</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endParaRPr lang="en-US" dirty="0"/>
          </a:p>
        </p:txBody>
      </p:sp>
    </p:spTree>
    <p:extLst>
      <p:ext uri="{BB962C8B-B14F-4D97-AF65-F5344CB8AC3E}">
        <p14:creationId xmlns:p14="http://schemas.microsoft.com/office/powerpoint/2010/main" val="986601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201F16DD-7842-6EF1-D150-D57BDF9FDDD9}"/>
            </a:ext>
          </a:extLst>
        </p:cNvPr>
        <p:cNvGrpSpPr/>
        <p:nvPr/>
      </p:nvGrpSpPr>
      <p:grpSpPr>
        <a:xfrm>
          <a:off x="0" y="0"/>
          <a:ext cx="0" cy="0"/>
          <a:chOff x="0" y="0"/>
          <a:chExt cx="0" cy="0"/>
        </a:xfrm>
      </p:grpSpPr>
      <p:sp>
        <p:nvSpPr>
          <p:cNvPr id="213" name="Google Shape;213;gedc9ec3aed_0_8:notes">
            <a:extLst>
              <a:ext uri="{FF2B5EF4-FFF2-40B4-BE49-F238E27FC236}">
                <a16:creationId xmlns:a16="http://schemas.microsoft.com/office/drawing/2014/main" id="{19B15B7E-0817-E6AC-F5C2-F834247F0C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edc9ec3aed_0_8:notes">
            <a:extLst>
              <a:ext uri="{FF2B5EF4-FFF2-40B4-BE49-F238E27FC236}">
                <a16:creationId xmlns:a16="http://schemas.microsoft.com/office/drawing/2014/main" id="{C68DDB9A-570F-4DEB-06CB-C02A3B1672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SzPts val="1100"/>
            </a:pPr>
            <a:r>
              <a:rPr lang="en-US" b="1" dirty="0">
                <a:solidFill>
                  <a:srgbClr val="FF0000"/>
                </a:solidFill>
              </a:rPr>
              <a:t>Timing Note</a:t>
            </a:r>
          </a:p>
          <a:p>
            <a:pPr>
              <a:buSzPts val="1100"/>
            </a:pPr>
            <a:r>
              <a:rPr lang="en-US" b="0" dirty="0">
                <a:solidFill>
                  <a:srgbClr val="FF0000"/>
                </a:solidFill>
              </a:rPr>
              <a:t>⏰ (less than or equal to) ≤1-minute for this slide</a:t>
            </a:r>
          </a:p>
          <a:p>
            <a:pPr marL="0" indent="0">
              <a:buFont typeface="Arial" panose="020B0604020202020204" pitchFamily="34" charset="0"/>
              <a:buNone/>
            </a:pPr>
            <a:r>
              <a:rPr lang="en-US" b="0" u="none" dirty="0">
                <a:cs typeface="Calibri" panose="020F0502020204030204"/>
              </a:rPr>
              <a:t>-----------------------------</a:t>
            </a:r>
            <a:endParaRPr lang="en-US" b="1" dirty="0">
              <a:solidFill>
                <a:schemeClr val="dk1"/>
              </a:solidFill>
            </a:endParaRPr>
          </a:p>
          <a:p>
            <a:pPr marL="0" lvl="0" indent="0" algn="l">
              <a:spcBef>
                <a:spcPts val="0"/>
              </a:spcBef>
              <a:spcAft>
                <a:spcPts val="0"/>
              </a:spcAft>
              <a:buSzPts val="1100"/>
              <a:buFont typeface="Arial"/>
              <a:buNone/>
            </a:pPr>
            <a:endParaRPr lang="en-US" b="1" dirty="0">
              <a:solidFill>
                <a:schemeClr val="dk1"/>
              </a:solidFill>
            </a:endParaRPr>
          </a:p>
          <a:p>
            <a:pPr marL="0" lvl="0" indent="0" algn="l">
              <a:spcBef>
                <a:spcPts val="0"/>
              </a:spcBef>
              <a:spcAft>
                <a:spcPts val="0"/>
              </a:spcAft>
              <a:buSzPts val="1100"/>
              <a:buFont typeface="Arial"/>
              <a:buNone/>
            </a:pPr>
            <a:r>
              <a:rPr lang="en-US" b="1" dirty="0">
                <a:solidFill>
                  <a:schemeClr val="dk1"/>
                </a:solidFill>
              </a:rPr>
              <a:t>Instructions:</a:t>
            </a:r>
          </a:p>
          <a:p>
            <a:pPr marL="171450" lvl="0" indent="-171450" algn="l">
              <a:spcBef>
                <a:spcPts val="0"/>
              </a:spcBef>
              <a:spcAft>
                <a:spcPts val="0"/>
              </a:spcAft>
              <a:buSzPts val="1100"/>
              <a:buFont typeface="Arial" panose="020B0604020202020204" pitchFamily="34" charset="0"/>
              <a:buChar char="•"/>
            </a:pPr>
            <a:r>
              <a:rPr lang="en-US" b="0" dirty="0">
                <a:solidFill>
                  <a:schemeClr val="dk1"/>
                </a:solidFill>
              </a:rPr>
              <a:t>Stay high-level, just the headlines</a:t>
            </a:r>
          </a:p>
          <a:p>
            <a:pPr marL="171450" lvl="0" indent="-171450" algn="l">
              <a:spcBef>
                <a:spcPts val="0"/>
              </a:spcBef>
              <a:spcAft>
                <a:spcPts val="0"/>
              </a:spcAft>
              <a:buSzPts val="1100"/>
              <a:buFont typeface="Arial" panose="020B0604020202020204" pitchFamily="34" charset="0"/>
              <a:buChar char="•"/>
            </a:pPr>
            <a:r>
              <a:rPr lang="en-US" b="0" u="none" dirty="0">
                <a:solidFill>
                  <a:schemeClr val="dk1"/>
                </a:solidFill>
              </a:rPr>
              <a:t>Contextualize. Connect the agenda to any relevant insight you have about this group.</a:t>
            </a: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200" b="1" i="0" dirty="0">
                <a:solidFill>
                  <a:srgbClr val="292929"/>
                </a:solidFill>
                <a:effectLst/>
                <a:latin typeface="+mn-lt"/>
              </a:rPr>
              <a:t>-----------------------------</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SME: </a:t>
            </a:r>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[Old script]</a:t>
            </a:r>
          </a:p>
          <a:p>
            <a:pPr marL="228600" lvl="0" indent="-228600" algn="l" rtl="0">
              <a:lnSpc>
                <a:spcPct val="100000"/>
              </a:lnSpc>
              <a:spcBef>
                <a:spcPts val="0"/>
              </a:spcBef>
              <a:spcAft>
                <a:spcPts val="0"/>
              </a:spcAft>
              <a:buSzPts val="1100"/>
              <a:buFont typeface="+mj-lt"/>
              <a:buAutoNum type="arabicPeriod"/>
            </a:pPr>
            <a:r>
              <a:rPr lang="en-US" b="0" dirty="0"/>
              <a:t>Here is the flow for today: In the first half, I’m going to share with you the Learnit's EAR model of active listening. We’ll look at what it is and how to apply it. </a:t>
            </a:r>
          </a:p>
          <a:p>
            <a:pPr marL="228600" lvl="0" indent="-228600" algn="l" rtl="0">
              <a:lnSpc>
                <a:spcPct val="100000"/>
              </a:lnSpc>
              <a:spcBef>
                <a:spcPts val="0"/>
              </a:spcBef>
              <a:spcAft>
                <a:spcPts val="0"/>
              </a:spcAft>
              <a:buSzPts val="1100"/>
              <a:buFont typeface="+mj-lt"/>
              <a:buAutoNum type="arabicPeriod"/>
            </a:pPr>
            <a:r>
              <a:rPr lang="en-US" b="0" dirty="0"/>
              <a:t>Then, when we come back from the break, I will share with you a guaranteed way to make sure that you always listen. That’s because listening is hard and knowing what it is and how to do it is no guarantee that you always will. It’s in the second half where we build on the foundational skills of the first half and get into </a:t>
            </a:r>
            <a:r>
              <a:rPr lang="en-US" b="0" i="1" dirty="0"/>
              <a:t>listening as a superpower</a:t>
            </a:r>
            <a:r>
              <a:rPr lang="en-US" b="0" dirty="0"/>
              <a:t>.  </a:t>
            </a:r>
          </a:p>
          <a:p>
            <a:pPr marL="228600" lvl="0" indent="-228600" algn="l" rtl="0">
              <a:lnSpc>
                <a:spcPct val="100000"/>
              </a:lnSpc>
              <a:spcBef>
                <a:spcPts val="0"/>
              </a:spcBef>
              <a:spcAft>
                <a:spcPts val="0"/>
              </a:spcAft>
              <a:buSzPts val="1100"/>
              <a:buFont typeface="+mj-lt"/>
              <a:buAutoNum type="arabicPeriod"/>
            </a:pPr>
            <a:r>
              <a:rPr lang="en-US" b="0" dirty="0"/>
              <a:t>Then, before we leave, we’ll turn our attention to what you can do to make the speaker feel heard.</a:t>
            </a:r>
          </a:p>
          <a:p>
            <a:pPr marL="0" lvl="0" indent="0" algn="l" rtl="0">
              <a:lnSpc>
                <a:spcPct val="100000"/>
              </a:lnSpc>
              <a:spcBef>
                <a:spcPts val="0"/>
              </a:spcBef>
              <a:spcAft>
                <a:spcPts val="0"/>
              </a:spcAft>
              <a:buSzPts val="1100"/>
              <a:buNone/>
            </a:pPr>
            <a:endParaRPr lang="en-US" b="1"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This course will NOT be: </a:t>
            </a:r>
          </a:p>
          <a:p>
            <a:pPr marL="0" lvl="0" indent="0" algn="l" rtl="0">
              <a:lnSpc>
                <a:spcPct val="100000"/>
              </a:lnSpc>
              <a:spcBef>
                <a:spcPts val="0"/>
              </a:spcBef>
              <a:spcAft>
                <a:spcPts val="0"/>
              </a:spcAft>
              <a:buSzPts val="1100"/>
              <a:buNone/>
            </a:pPr>
            <a:r>
              <a:rPr lang="en-US" dirty="0"/>
              <a:t>What we won’t really do today is look at listening in special circumstances, like: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When someone is really upset (angry customer, for example)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Language barriers or cultural barriers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Dealing with listening and technology. (Time permitting, we may talk a bit about listening in a virtual meeting or on the phone as opposed to in person, but we won’t discuss the specifics of different technologies. Zoom or Teams.)</a:t>
            </a:r>
          </a:p>
          <a:p>
            <a:pPr marL="171450" lvl="0" indent="-171450" algn="l" rtl="0">
              <a:lnSpc>
                <a:spcPct val="100000"/>
              </a:lnSpc>
              <a:spcBef>
                <a:spcPts val="0"/>
              </a:spcBef>
              <a:spcAft>
                <a:spcPts val="0"/>
              </a:spcAft>
              <a:buSzPts val="1100"/>
              <a:buFont typeface="Arial" panose="020B0604020202020204" pitchFamily="34" charset="0"/>
              <a:buChar char="•"/>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We do offer classes for these other topics (customer service, working in different cultures and we have many business application classes) that I would be happy to tell you about at the end of today’s class.</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This will be a very active, participatory, roll-up-your-sleeves tour through listening skills. Our goal is to make you an immediately better listener by the end of this session. But being a great listener requires practice. That’s why we will finish today’s session by looking at exactly what you can do to keep practicing.</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endParaRPr lang="en-US" dirty="0"/>
          </a:p>
        </p:txBody>
      </p:sp>
    </p:spTree>
    <p:extLst>
      <p:ext uri="{BB962C8B-B14F-4D97-AF65-F5344CB8AC3E}">
        <p14:creationId xmlns:p14="http://schemas.microsoft.com/office/powerpoint/2010/main" val="847054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294D3DCB-C791-7A8A-5242-91D5AEB65FEE}"/>
            </a:ext>
          </a:extLst>
        </p:cNvPr>
        <p:cNvGrpSpPr/>
        <p:nvPr/>
      </p:nvGrpSpPr>
      <p:grpSpPr>
        <a:xfrm>
          <a:off x="0" y="0"/>
          <a:ext cx="0" cy="0"/>
          <a:chOff x="0" y="0"/>
          <a:chExt cx="0" cy="0"/>
        </a:xfrm>
      </p:grpSpPr>
      <p:sp>
        <p:nvSpPr>
          <p:cNvPr id="213" name="Google Shape;213;gedc9ec3aed_0_8:notes">
            <a:extLst>
              <a:ext uri="{FF2B5EF4-FFF2-40B4-BE49-F238E27FC236}">
                <a16:creationId xmlns:a16="http://schemas.microsoft.com/office/drawing/2014/main" id="{79D4A165-054B-6172-4574-6B8402166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edc9ec3aed_0_8:notes">
            <a:extLst>
              <a:ext uri="{FF2B5EF4-FFF2-40B4-BE49-F238E27FC236}">
                <a16:creationId xmlns:a16="http://schemas.microsoft.com/office/drawing/2014/main" id="{945E4153-6C7F-288F-0976-43A262B934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SzPts val="1100"/>
            </a:pPr>
            <a:r>
              <a:rPr lang="en-US" b="1" dirty="0">
                <a:solidFill>
                  <a:srgbClr val="FF0000"/>
                </a:solidFill>
              </a:rPr>
              <a:t>Timing Note</a:t>
            </a:r>
          </a:p>
          <a:p>
            <a:pPr>
              <a:buSzPts val="1100"/>
            </a:pPr>
            <a:r>
              <a:rPr lang="en-US" b="0" dirty="0">
                <a:solidFill>
                  <a:srgbClr val="FF0000"/>
                </a:solidFill>
              </a:rPr>
              <a:t>⏰ (less than or equal to) ≤1-minute for this slide</a:t>
            </a:r>
          </a:p>
          <a:p>
            <a:pPr marL="0" indent="0">
              <a:buFont typeface="Arial" panose="020B0604020202020204" pitchFamily="34" charset="0"/>
              <a:buNone/>
            </a:pPr>
            <a:r>
              <a:rPr lang="en-US" b="0" u="none" dirty="0">
                <a:cs typeface="Calibri" panose="020F0502020204030204"/>
              </a:rPr>
              <a:t>-----------------------------</a:t>
            </a:r>
            <a:endParaRPr lang="en-US" b="1" dirty="0">
              <a:solidFill>
                <a:schemeClr val="dk1"/>
              </a:solidFill>
            </a:endParaRPr>
          </a:p>
          <a:p>
            <a:pPr marL="0" lvl="0" indent="0" algn="l">
              <a:spcBef>
                <a:spcPts val="0"/>
              </a:spcBef>
              <a:spcAft>
                <a:spcPts val="0"/>
              </a:spcAft>
              <a:buSzPts val="1100"/>
              <a:buFont typeface="Arial"/>
              <a:buNone/>
            </a:pPr>
            <a:endParaRPr lang="en-US" b="1" dirty="0">
              <a:solidFill>
                <a:schemeClr val="dk1"/>
              </a:solidFill>
            </a:endParaRPr>
          </a:p>
          <a:p>
            <a:pPr marL="0" lvl="0" indent="0" algn="l">
              <a:spcBef>
                <a:spcPts val="0"/>
              </a:spcBef>
              <a:spcAft>
                <a:spcPts val="0"/>
              </a:spcAft>
              <a:buSzPts val="1100"/>
              <a:buFont typeface="Arial"/>
              <a:buNone/>
            </a:pPr>
            <a:r>
              <a:rPr lang="en-US" b="1" dirty="0">
                <a:solidFill>
                  <a:schemeClr val="dk1"/>
                </a:solidFill>
              </a:rPr>
              <a:t>Instructions:</a:t>
            </a:r>
          </a:p>
          <a:p>
            <a:pPr marL="171450" lvl="0" indent="-171450" algn="l">
              <a:spcBef>
                <a:spcPts val="0"/>
              </a:spcBef>
              <a:spcAft>
                <a:spcPts val="0"/>
              </a:spcAft>
              <a:buSzPts val="1100"/>
              <a:buFont typeface="Arial" panose="020B0604020202020204" pitchFamily="34" charset="0"/>
              <a:buChar char="•"/>
            </a:pPr>
            <a:r>
              <a:rPr lang="en-US" b="0" dirty="0">
                <a:solidFill>
                  <a:schemeClr val="dk1"/>
                </a:solidFill>
              </a:rPr>
              <a:t>Stay high-level, just the headlines</a:t>
            </a:r>
          </a:p>
          <a:p>
            <a:pPr marL="171450" lvl="0" indent="-171450" algn="l">
              <a:spcBef>
                <a:spcPts val="0"/>
              </a:spcBef>
              <a:spcAft>
                <a:spcPts val="0"/>
              </a:spcAft>
              <a:buSzPts val="1100"/>
              <a:buFont typeface="Arial" panose="020B0604020202020204" pitchFamily="34" charset="0"/>
              <a:buChar char="•"/>
            </a:pPr>
            <a:r>
              <a:rPr lang="en-US" b="0" u="none" dirty="0">
                <a:solidFill>
                  <a:schemeClr val="dk1"/>
                </a:solidFill>
              </a:rPr>
              <a:t>Contextualize. Connect the agenda to any relevant insight you have about this group.</a:t>
            </a: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200" b="1" i="0" dirty="0">
                <a:solidFill>
                  <a:srgbClr val="292929"/>
                </a:solidFill>
                <a:effectLst/>
                <a:latin typeface="+mn-lt"/>
              </a:rPr>
              <a:t>-----------------------------</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SME: </a:t>
            </a:r>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[Old script]</a:t>
            </a:r>
          </a:p>
          <a:p>
            <a:pPr marL="228600" lvl="0" indent="-228600" algn="l" rtl="0">
              <a:lnSpc>
                <a:spcPct val="100000"/>
              </a:lnSpc>
              <a:spcBef>
                <a:spcPts val="0"/>
              </a:spcBef>
              <a:spcAft>
                <a:spcPts val="0"/>
              </a:spcAft>
              <a:buSzPts val="1100"/>
              <a:buFont typeface="+mj-lt"/>
              <a:buAutoNum type="arabicPeriod"/>
            </a:pPr>
            <a:r>
              <a:rPr lang="en-US" b="0" dirty="0"/>
              <a:t>Here is the flow for today: In the first half, I’m going to share with you the Learnit's EAR model of active listening. We’ll look at what it is and how to apply it. </a:t>
            </a:r>
          </a:p>
          <a:p>
            <a:pPr marL="228600" lvl="0" indent="-228600" algn="l" rtl="0">
              <a:lnSpc>
                <a:spcPct val="100000"/>
              </a:lnSpc>
              <a:spcBef>
                <a:spcPts val="0"/>
              </a:spcBef>
              <a:spcAft>
                <a:spcPts val="0"/>
              </a:spcAft>
              <a:buSzPts val="1100"/>
              <a:buFont typeface="+mj-lt"/>
              <a:buAutoNum type="arabicPeriod"/>
            </a:pPr>
            <a:r>
              <a:rPr lang="en-US" b="0" dirty="0"/>
              <a:t>Then, when we come back from the break, I will share with you a guaranteed way to make sure that you always listen. That’s because listening is hard and knowing what it is and how to do it is no guarantee that you always will. It’s in the second half where we build on the foundational skills of the first half and get into </a:t>
            </a:r>
            <a:r>
              <a:rPr lang="en-US" b="0" i="1" dirty="0"/>
              <a:t>listening as a superpower</a:t>
            </a:r>
            <a:r>
              <a:rPr lang="en-US" b="0" dirty="0"/>
              <a:t>.  </a:t>
            </a:r>
          </a:p>
          <a:p>
            <a:pPr marL="228600" lvl="0" indent="-228600" algn="l" rtl="0">
              <a:lnSpc>
                <a:spcPct val="100000"/>
              </a:lnSpc>
              <a:spcBef>
                <a:spcPts val="0"/>
              </a:spcBef>
              <a:spcAft>
                <a:spcPts val="0"/>
              </a:spcAft>
              <a:buSzPts val="1100"/>
              <a:buFont typeface="+mj-lt"/>
              <a:buAutoNum type="arabicPeriod"/>
            </a:pPr>
            <a:r>
              <a:rPr lang="en-US" b="0" dirty="0"/>
              <a:t>Then, before we leave, we’ll turn our attention to what you can do to make the speaker feel heard.</a:t>
            </a:r>
          </a:p>
          <a:p>
            <a:pPr marL="0" lvl="0" indent="0" algn="l" rtl="0">
              <a:lnSpc>
                <a:spcPct val="100000"/>
              </a:lnSpc>
              <a:spcBef>
                <a:spcPts val="0"/>
              </a:spcBef>
              <a:spcAft>
                <a:spcPts val="0"/>
              </a:spcAft>
              <a:buSzPts val="1100"/>
              <a:buNone/>
            </a:pPr>
            <a:endParaRPr lang="en-US" b="1"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This course will NOT be: </a:t>
            </a:r>
          </a:p>
          <a:p>
            <a:pPr marL="0" lvl="0" indent="0" algn="l" rtl="0">
              <a:lnSpc>
                <a:spcPct val="100000"/>
              </a:lnSpc>
              <a:spcBef>
                <a:spcPts val="0"/>
              </a:spcBef>
              <a:spcAft>
                <a:spcPts val="0"/>
              </a:spcAft>
              <a:buSzPts val="1100"/>
              <a:buNone/>
            </a:pPr>
            <a:r>
              <a:rPr lang="en-US" dirty="0"/>
              <a:t>What we won’t really do today is look at listening in special circumstances, like: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When someone is really upset (angry customer, for example)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Language barriers or cultural barriers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Dealing with listening and technology. (Time permitting, we may talk a bit about listening in a virtual meeting or on the phone as opposed to in person, but we won’t discuss the specifics of different technologies. Zoom or Teams.)</a:t>
            </a:r>
          </a:p>
          <a:p>
            <a:pPr marL="171450" lvl="0" indent="-171450" algn="l" rtl="0">
              <a:lnSpc>
                <a:spcPct val="100000"/>
              </a:lnSpc>
              <a:spcBef>
                <a:spcPts val="0"/>
              </a:spcBef>
              <a:spcAft>
                <a:spcPts val="0"/>
              </a:spcAft>
              <a:buSzPts val="1100"/>
              <a:buFont typeface="Arial" panose="020B0604020202020204" pitchFamily="34" charset="0"/>
              <a:buChar char="•"/>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We do offer classes for these other topics (customer service, working in different cultures and we have many business application classes) that I would be happy to tell you about at the end of today’s class.</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This will be a very active, participatory, roll-up-your-sleeves tour through listening skills. Our goal is to make you an immediately better listener by the end of this session. But being a great listener requires practice. That’s why we will finish today’s session by looking at exactly what you can do to keep practicing.</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endParaRPr lang="en-US" dirty="0"/>
          </a:p>
        </p:txBody>
      </p:sp>
    </p:spTree>
    <p:extLst>
      <p:ext uri="{BB962C8B-B14F-4D97-AF65-F5344CB8AC3E}">
        <p14:creationId xmlns:p14="http://schemas.microsoft.com/office/powerpoint/2010/main" val="1511583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6E8ABA26-B064-39F9-E917-7BA568ADCC83}"/>
            </a:ext>
          </a:extLst>
        </p:cNvPr>
        <p:cNvGrpSpPr/>
        <p:nvPr/>
      </p:nvGrpSpPr>
      <p:grpSpPr>
        <a:xfrm>
          <a:off x="0" y="0"/>
          <a:ext cx="0" cy="0"/>
          <a:chOff x="0" y="0"/>
          <a:chExt cx="0" cy="0"/>
        </a:xfrm>
      </p:grpSpPr>
      <p:sp>
        <p:nvSpPr>
          <p:cNvPr id="213" name="Google Shape;213;gedc9ec3aed_0_8:notes">
            <a:extLst>
              <a:ext uri="{FF2B5EF4-FFF2-40B4-BE49-F238E27FC236}">
                <a16:creationId xmlns:a16="http://schemas.microsoft.com/office/drawing/2014/main" id="{0CA2C8D0-2E72-C67F-58BC-5BDD81FA74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edc9ec3aed_0_8:notes">
            <a:extLst>
              <a:ext uri="{FF2B5EF4-FFF2-40B4-BE49-F238E27FC236}">
                <a16:creationId xmlns:a16="http://schemas.microsoft.com/office/drawing/2014/main" id="{41A69A3C-26E6-AEFD-FD1A-F23027B0B6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SzPts val="1100"/>
            </a:pPr>
            <a:r>
              <a:rPr lang="en-US" b="1" dirty="0">
                <a:solidFill>
                  <a:srgbClr val="FF0000"/>
                </a:solidFill>
              </a:rPr>
              <a:t>Timing Note</a:t>
            </a:r>
          </a:p>
          <a:p>
            <a:pPr>
              <a:buSzPts val="1100"/>
            </a:pPr>
            <a:r>
              <a:rPr lang="en-US" b="0" dirty="0">
                <a:solidFill>
                  <a:srgbClr val="FF0000"/>
                </a:solidFill>
              </a:rPr>
              <a:t>⏰ (less than or equal to) ≤1-minute for this slide</a:t>
            </a:r>
          </a:p>
          <a:p>
            <a:pPr marL="0" indent="0">
              <a:buFont typeface="Arial" panose="020B0604020202020204" pitchFamily="34" charset="0"/>
              <a:buNone/>
            </a:pPr>
            <a:r>
              <a:rPr lang="en-US" b="0" u="none" dirty="0">
                <a:cs typeface="Calibri" panose="020F0502020204030204"/>
              </a:rPr>
              <a:t>-----------------------------</a:t>
            </a:r>
            <a:endParaRPr lang="en-US" b="1" dirty="0">
              <a:solidFill>
                <a:schemeClr val="dk1"/>
              </a:solidFill>
            </a:endParaRPr>
          </a:p>
          <a:p>
            <a:pPr marL="0" lvl="0" indent="0" algn="l">
              <a:spcBef>
                <a:spcPts val="0"/>
              </a:spcBef>
              <a:spcAft>
                <a:spcPts val="0"/>
              </a:spcAft>
              <a:buSzPts val="1100"/>
              <a:buFont typeface="Arial"/>
              <a:buNone/>
            </a:pPr>
            <a:endParaRPr lang="en-US" b="1" dirty="0">
              <a:solidFill>
                <a:schemeClr val="dk1"/>
              </a:solidFill>
            </a:endParaRPr>
          </a:p>
          <a:p>
            <a:pPr marL="0" lvl="0" indent="0" algn="l">
              <a:spcBef>
                <a:spcPts val="0"/>
              </a:spcBef>
              <a:spcAft>
                <a:spcPts val="0"/>
              </a:spcAft>
              <a:buSzPts val="1100"/>
              <a:buFont typeface="Arial"/>
              <a:buNone/>
            </a:pPr>
            <a:r>
              <a:rPr lang="en-US" b="1" dirty="0">
                <a:solidFill>
                  <a:schemeClr val="dk1"/>
                </a:solidFill>
              </a:rPr>
              <a:t>Instructions:</a:t>
            </a:r>
          </a:p>
          <a:p>
            <a:pPr marL="171450" lvl="0" indent="-171450" algn="l">
              <a:spcBef>
                <a:spcPts val="0"/>
              </a:spcBef>
              <a:spcAft>
                <a:spcPts val="0"/>
              </a:spcAft>
              <a:buSzPts val="1100"/>
              <a:buFont typeface="Arial" panose="020B0604020202020204" pitchFamily="34" charset="0"/>
              <a:buChar char="•"/>
            </a:pPr>
            <a:r>
              <a:rPr lang="en-US" b="0" dirty="0">
                <a:solidFill>
                  <a:schemeClr val="dk1"/>
                </a:solidFill>
              </a:rPr>
              <a:t>Stay high-level, just the headlines</a:t>
            </a:r>
          </a:p>
          <a:p>
            <a:pPr marL="171450" lvl="0" indent="-171450" algn="l">
              <a:spcBef>
                <a:spcPts val="0"/>
              </a:spcBef>
              <a:spcAft>
                <a:spcPts val="0"/>
              </a:spcAft>
              <a:buSzPts val="1100"/>
              <a:buFont typeface="Arial" panose="020B0604020202020204" pitchFamily="34" charset="0"/>
              <a:buChar char="•"/>
            </a:pPr>
            <a:r>
              <a:rPr lang="en-US" b="0" u="none" dirty="0">
                <a:solidFill>
                  <a:schemeClr val="dk1"/>
                </a:solidFill>
              </a:rPr>
              <a:t>Contextualize. Connect the agenda to any relevant insight you have about this group.</a:t>
            </a: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200" b="1" i="0" dirty="0">
                <a:solidFill>
                  <a:srgbClr val="292929"/>
                </a:solidFill>
                <a:effectLst/>
                <a:latin typeface="+mn-lt"/>
              </a:rPr>
              <a:t>-----------------------------</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SME: </a:t>
            </a:r>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[Old script]</a:t>
            </a:r>
          </a:p>
          <a:p>
            <a:pPr marL="228600" lvl="0" indent="-228600" algn="l" rtl="0">
              <a:lnSpc>
                <a:spcPct val="100000"/>
              </a:lnSpc>
              <a:spcBef>
                <a:spcPts val="0"/>
              </a:spcBef>
              <a:spcAft>
                <a:spcPts val="0"/>
              </a:spcAft>
              <a:buSzPts val="1100"/>
              <a:buFont typeface="+mj-lt"/>
              <a:buAutoNum type="arabicPeriod"/>
            </a:pPr>
            <a:r>
              <a:rPr lang="en-US" b="0" dirty="0"/>
              <a:t>Here is the flow for today: In the first half, I’m going to share with you the Learnit's EAR model of active listening. We’ll look at what it is and how to apply it. </a:t>
            </a:r>
          </a:p>
          <a:p>
            <a:pPr marL="228600" lvl="0" indent="-228600" algn="l" rtl="0">
              <a:lnSpc>
                <a:spcPct val="100000"/>
              </a:lnSpc>
              <a:spcBef>
                <a:spcPts val="0"/>
              </a:spcBef>
              <a:spcAft>
                <a:spcPts val="0"/>
              </a:spcAft>
              <a:buSzPts val="1100"/>
              <a:buFont typeface="+mj-lt"/>
              <a:buAutoNum type="arabicPeriod"/>
            </a:pPr>
            <a:r>
              <a:rPr lang="en-US" b="0" dirty="0"/>
              <a:t>Then, when we come back from the break, I will share with you a guaranteed way to make sure that you always listen. That’s because listening is hard and knowing what it is and how to do it is no guarantee that you always will. It’s in the second half where we build on the foundational skills of the first half and get into </a:t>
            </a:r>
            <a:r>
              <a:rPr lang="en-US" b="0" i="1" dirty="0"/>
              <a:t>listening as a superpower</a:t>
            </a:r>
            <a:r>
              <a:rPr lang="en-US" b="0" dirty="0"/>
              <a:t>.  </a:t>
            </a:r>
          </a:p>
          <a:p>
            <a:pPr marL="228600" lvl="0" indent="-228600" algn="l" rtl="0">
              <a:lnSpc>
                <a:spcPct val="100000"/>
              </a:lnSpc>
              <a:spcBef>
                <a:spcPts val="0"/>
              </a:spcBef>
              <a:spcAft>
                <a:spcPts val="0"/>
              </a:spcAft>
              <a:buSzPts val="1100"/>
              <a:buFont typeface="+mj-lt"/>
              <a:buAutoNum type="arabicPeriod"/>
            </a:pPr>
            <a:r>
              <a:rPr lang="en-US" b="0" dirty="0"/>
              <a:t>Then, before we leave, we’ll turn our attention to what you can do to make the speaker feel heard.</a:t>
            </a:r>
          </a:p>
          <a:p>
            <a:pPr marL="0" lvl="0" indent="0" algn="l" rtl="0">
              <a:lnSpc>
                <a:spcPct val="100000"/>
              </a:lnSpc>
              <a:spcBef>
                <a:spcPts val="0"/>
              </a:spcBef>
              <a:spcAft>
                <a:spcPts val="0"/>
              </a:spcAft>
              <a:buSzPts val="1100"/>
              <a:buNone/>
            </a:pPr>
            <a:endParaRPr lang="en-US" b="1"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This course will NOT be: </a:t>
            </a:r>
          </a:p>
          <a:p>
            <a:pPr marL="0" lvl="0" indent="0" algn="l" rtl="0">
              <a:lnSpc>
                <a:spcPct val="100000"/>
              </a:lnSpc>
              <a:spcBef>
                <a:spcPts val="0"/>
              </a:spcBef>
              <a:spcAft>
                <a:spcPts val="0"/>
              </a:spcAft>
              <a:buSzPts val="1100"/>
              <a:buNone/>
            </a:pPr>
            <a:r>
              <a:rPr lang="en-US" dirty="0"/>
              <a:t>What we won’t really do today is look at listening in special circumstances, like: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When someone is really upset (angry customer, for example)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Language barriers or cultural barriers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Dealing with listening and technology. (Time permitting, we may talk a bit about listening in a virtual meeting or on the phone as opposed to in person, but we won’t discuss the specifics of different technologies. Zoom or Teams.)</a:t>
            </a:r>
          </a:p>
          <a:p>
            <a:pPr marL="171450" lvl="0" indent="-171450" algn="l" rtl="0">
              <a:lnSpc>
                <a:spcPct val="100000"/>
              </a:lnSpc>
              <a:spcBef>
                <a:spcPts val="0"/>
              </a:spcBef>
              <a:spcAft>
                <a:spcPts val="0"/>
              </a:spcAft>
              <a:buSzPts val="1100"/>
              <a:buFont typeface="Arial" panose="020B0604020202020204" pitchFamily="34" charset="0"/>
              <a:buChar char="•"/>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We do offer classes for these other topics (customer service, working in different cultures and we have many business application classes) that I would be happy to tell you about at the end of today’s class.</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This will be a very active, participatory, roll-up-your-sleeves tour through listening skills. Our goal is to make you an immediately better listener by the end of this session. But being a great listener requires practice. That’s why we will finish today’s session by looking at exactly what you can do to keep practicing.</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endParaRPr lang="en-US" dirty="0"/>
          </a:p>
        </p:txBody>
      </p:sp>
    </p:spTree>
    <p:extLst>
      <p:ext uri="{BB962C8B-B14F-4D97-AF65-F5344CB8AC3E}">
        <p14:creationId xmlns:p14="http://schemas.microsoft.com/office/powerpoint/2010/main" val="56584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0A462396-80A8-E583-44B2-79322BBBD2F0}"/>
            </a:ext>
          </a:extLst>
        </p:cNvPr>
        <p:cNvGrpSpPr/>
        <p:nvPr/>
      </p:nvGrpSpPr>
      <p:grpSpPr>
        <a:xfrm>
          <a:off x="0" y="0"/>
          <a:ext cx="0" cy="0"/>
          <a:chOff x="0" y="0"/>
          <a:chExt cx="0" cy="0"/>
        </a:xfrm>
      </p:grpSpPr>
      <p:sp>
        <p:nvSpPr>
          <p:cNvPr id="213" name="Google Shape;213;gedc9ec3aed_0_8:notes">
            <a:extLst>
              <a:ext uri="{FF2B5EF4-FFF2-40B4-BE49-F238E27FC236}">
                <a16:creationId xmlns:a16="http://schemas.microsoft.com/office/drawing/2014/main" id="{C95D975F-10C0-448B-FEE9-F7960F065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edc9ec3aed_0_8:notes">
            <a:extLst>
              <a:ext uri="{FF2B5EF4-FFF2-40B4-BE49-F238E27FC236}">
                <a16:creationId xmlns:a16="http://schemas.microsoft.com/office/drawing/2014/main" id="{8EA4183D-4E3C-CF17-91EB-039C72450D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SzPts val="1100"/>
            </a:pPr>
            <a:r>
              <a:rPr lang="en-US" b="1" dirty="0">
                <a:solidFill>
                  <a:srgbClr val="FF0000"/>
                </a:solidFill>
              </a:rPr>
              <a:t>Timing Note</a:t>
            </a:r>
          </a:p>
          <a:p>
            <a:pPr>
              <a:buSzPts val="1100"/>
            </a:pPr>
            <a:r>
              <a:rPr lang="en-US" b="0" dirty="0">
                <a:solidFill>
                  <a:srgbClr val="FF0000"/>
                </a:solidFill>
              </a:rPr>
              <a:t>⏰ (less than or equal to) ≤1-minute for this slide</a:t>
            </a:r>
          </a:p>
          <a:p>
            <a:pPr marL="0" indent="0">
              <a:buFont typeface="Arial" panose="020B0604020202020204" pitchFamily="34" charset="0"/>
              <a:buNone/>
            </a:pPr>
            <a:r>
              <a:rPr lang="en-US" b="0" u="none" dirty="0">
                <a:cs typeface="Calibri" panose="020F0502020204030204"/>
              </a:rPr>
              <a:t>-----------------------------</a:t>
            </a:r>
            <a:endParaRPr lang="en-US" b="1" dirty="0">
              <a:solidFill>
                <a:schemeClr val="dk1"/>
              </a:solidFill>
            </a:endParaRPr>
          </a:p>
          <a:p>
            <a:pPr marL="0" lvl="0" indent="0" algn="l">
              <a:spcBef>
                <a:spcPts val="0"/>
              </a:spcBef>
              <a:spcAft>
                <a:spcPts val="0"/>
              </a:spcAft>
              <a:buSzPts val="1100"/>
              <a:buFont typeface="Arial"/>
              <a:buNone/>
            </a:pPr>
            <a:endParaRPr lang="en-US" b="1" dirty="0">
              <a:solidFill>
                <a:schemeClr val="dk1"/>
              </a:solidFill>
            </a:endParaRPr>
          </a:p>
          <a:p>
            <a:pPr marL="0" lvl="0" indent="0" algn="l">
              <a:spcBef>
                <a:spcPts val="0"/>
              </a:spcBef>
              <a:spcAft>
                <a:spcPts val="0"/>
              </a:spcAft>
              <a:buSzPts val="1100"/>
              <a:buFont typeface="Arial"/>
              <a:buNone/>
            </a:pPr>
            <a:r>
              <a:rPr lang="en-US" b="1" dirty="0">
                <a:solidFill>
                  <a:schemeClr val="dk1"/>
                </a:solidFill>
              </a:rPr>
              <a:t>Instructions:</a:t>
            </a:r>
          </a:p>
          <a:p>
            <a:pPr marL="171450" lvl="0" indent="-171450" algn="l">
              <a:spcBef>
                <a:spcPts val="0"/>
              </a:spcBef>
              <a:spcAft>
                <a:spcPts val="0"/>
              </a:spcAft>
              <a:buSzPts val="1100"/>
              <a:buFont typeface="Arial" panose="020B0604020202020204" pitchFamily="34" charset="0"/>
              <a:buChar char="•"/>
            </a:pPr>
            <a:r>
              <a:rPr lang="en-US" b="0" dirty="0">
                <a:solidFill>
                  <a:schemeClr val="dk1"/>
                </a:solidFill>
              </a:rPr>
              <a:t>Stay high-level, just the headlines</a:t>
            </a:r>
          </a:p>
          <a:p>
            <a:pPr marL="171450" lvl="0" indent="-171450" algn="l">
              <a:spcBef>
                <a:spcPts val="0"/>
              </a:spcBef>
              <a:spcAft>
                <a:spcPts val="0"/>
              </a:spcAft>
              <a:buSzPts val="1100"/>
              <a:buFont typeface="Arial" panose="020B0604020202020204" pitchFamily="34" charset="0"/>
              <a:buChar char="•"/>
            </a:pPr>
            <a:r>
              <a:rPr lang="en-US" b="0" u="none" dirty="0">
                <a:solidFill>
                  <a:schemeClr val="dk1"/>
                </a:solidFill>
              </a:rPr>
              <a:t>Contextualize. Connect the agenda to any relevant insight you have about this group.</a:t>
            </a: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200" b="1" i="0" dirty="0">
                <a:solidFill>
                  <a:srgbClr val="292929"/>
                </a:solidFill>
                <a:effectLst/>
                <a:latin typeface="+mn-lt"/>
              </a:rPr>
              <a:t>-----------------------------</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SME: </a:t>
            </a:r>
          </a:p>
          <a:p>
            <a:pPr marL="0" marR="0" lvl="0" indent="0" algn="l" defTabSz="914400" rtl="0" eaLnBrk="1" fontAlgn="auto" latinLnBrk="0" hangingPunct="1">
              <a:lnSpc>
                <a:spcPct val="100000"/>
              </a:lnSpc>
              <a:spcBef>
                <a:spcPts val="0"/>
              </a:spcBef>
              <a:spcAft>
                <a:spcPts val="0"/>
              </a:spcAft>
              <a:buClrTx/>
              <a:buSzPts val="1100"/>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[Old script]</a:t>
            </a:r>
          </a:p>
          <a:p>
            <a:pPr marL="228600" lvl="0" indent="-228600" algn="l" rtl="0">
              <a:lnSpc>
                <a:spcPct val="100000"/>
              </a:lnSpc>
              <a:spcBef>
                <a:spcPts val="0"/>
              </a:spcBef>
              <a:spcAft>
                <a:spcPts val="0"/>
              </a:spcAft>
              <a:buSzPts val="1100"/>
              <a:buFont typeface="+mj-lt"/>
              <a:buAutoNum type="arabicPeriod"/>
            </a:pPr>
            <a:r>
              <a:rPr lang="en-US" b="0" dirty="0"/>
              <a:t>Here is the flow for today: In the first half, I’m going to share with you the Learnit's EAR model of active listening. We’ll look at what it is and how to apply it. </a:t>
            </a:r>
          </a:p>
          <a:p>
            <a:pPr marL="228600" lvl="0" indent="-228600" algn="l" rtl="0">
              <a:lnSpc>
                <a:spcPct val="100000"/>
              </a:lnSpc>
              <a:spcBef>
                <a:spcPts val="0"/>
              </a:spcBef>
              <a:spcAft>
                <a:spcPts val="0"/>
              </a:spcAft>
              <a:buSzPts val="1100"/>
              <a:buFont typeface="+mj-lt"/>
              <a:buAutoNum type="arabicPeriod"/>
            </a:pPr>
            <a:r>
              <a:rPr lang="en-US" b="0" dirty="0"/>
              <a:t>Then, when we come back from the break, I will share with you a guaranteed way to make sure that you always listen. That’s because listening is hard and knowing what it is and how to do it is no guarantee that you always will. It’s in the second half where we build on the foundational skills of the first half and get into </a:t>
            </a:r>
            <a:r>
              <a:rPr lang="en-US" b="0" i="1" dirty="0"/>
              <a:t>listening as a superpower</a:t>
            </a:r>
            <a:r>
              <a:rPr lang="en-US" b="0" dirty="0"/>
              <a:t>.  </a:t>
            </a:r>
          </a:p>
          <a:p>
            <a:pPr marL="228600" lvl="0" indent="-228600" algn="l" rtl="0">
              <a:lnSpc>
                <a:spcPct val="100000"/>
              </a:lnSpc>
              <a:spcBef>
                <a:spcPts val="0"/>
              </a:spcBef>
              <a:spcAft>
                <a:spcPts val="0"/>
              </a:spcAft>
              <a:buSzPts val="1100"/>
              <a:buFont typeface="+mj-lt"/>
              <a:buAutoNum type="arabicPeriod"/>
            </a:pPr>
            <a:r>
              <a:rPr lang="en-US" b="0" dirty="0"/>
              <a:t>Then, before we leave, we’ll turn our attention to what you can do to make the speaker feel heard.</a:t>
            </a:r>
          </a:p>
          <a:p>
            <a:pPr marL="0" lvl="0" indent="0" algn="l" rtl="0">
              <a:lnSpc>
                <a:spcPct val="100000"/>
              </a:lnSpc>
              <a:spcBef>
                <a:spcPts val="0"/>
              </a:spcBef>
              <a:spcAft>
                <a:spcPts val="0"/>
              </a:spcAft>
              <a:buSzPts val="1100"/>
              <a:buNone/>
            </a:pPr>
            <a:endParaRPr lang="en-US" b="1" dirty="0"/>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b="1" u="none" dirty="0"/>
              <a:t>This course will NOT be: </a:t>
            </a:r>
          </a:p>
          <a:p>
            <a:pPr marL="0" lvl="0" indent="0" algn="l" rtl="0">
              <a:lnSpc>
                <a:spcPct val="100000"/>
              </a:lnSpc>
              <a:spcBef>
                <a:spcPts val="0"/>
              </a:spcBef>
              <a:spcAft>
                <a:spcPts val="0"/>
              </a:spcAft>
              <a:buSzPts val="1100"/>
              <a:buNone/>
            </a:pPr>
            <a:r>
              <a:rPr lang="en-US" dirty="0"/>
              <a:t>What we won’t really do today is look at listening in special circumstances, like: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When someone is really upset (angry customer, for example)</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Language barriers or cultural barriers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Dealing with listening and technology. (Time permitting, we may talk a bit about listening in a virtual meeting or on the phone as opposed to in person, but we won’t discuss the specifics of different technologies. Zoom or Teams.)</a:t>
            </a:r>
          </a:p>
          <a:p>
            <a:pPr marL="171450" lvl="0" indent="-171450" algn="l" rtl="0">
              <a:lnSpc>
                <a:spcPct val="100000"/>
              </a:lnSpc>
              <a:spcBef>
                <a:spcPts val="0"/>
              </a:spcBef>
              <a:spcAft>
                <a:spcPts val="0"/>
              </a:spcAft>
              <a:buSzPts val="1100"/>
              <a:buFont typeface="Arial" panose="020B0604020202020204" pitchFamily="34" charset="0"/>
              <a:buChar char="•"/>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We do offer classes for these other topics (customer service, working in different cultures and we have many business application classes) that I would be happy to tell you about at the end of today’s class.</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r>
              <a:rPr lang="en-US" dirty="0"/>
              <a:t>This will be a very active, participatory, roll-up-your-sleeves tour through listening skills. Our goal is to make you an immediately better listener by the end of this session. But being a great listener requires practice. That’s why we will finish today’s session by looking at exactly what you can do to keep practicing.</a:t>
            </a:r>
          </a:p>
          <a:p>
            <a:pPr marL="0" lvl="0" indent="0" algn="l" rtl="0">
              <a:lnSpc>
                <a:spcPct val="100000"/>
              </a:lnSpc>
              <a:spcBef>
                <a:spcPts val="0"/>
              </a:spcBef>
              <a:spcAft>
                <a:spcPts val="0"/>
              </a:spcAft>
              <a:buSzPts val="1100"/>
              <a:buFont typeface="Arial" panose="020B0604020202020204" pitchFamily="34" charset="0"/>
              <a:buNone/>
            </a:pPr>
            <a:endParaRPr lang="en-US" dirty="0"/>
          </a:p>
          <a:p>
            <a:pPr marL="0" lvl="0" indent="0" algn="l" rtl="0">
              <a:lnSpc>
                <a:spcPct val="100000"/>
              </a:lnSpc>
              <a:spcBef>
                <a:spcPts val="0"/>
              </a:spcBef>
              <a:spcAft>
                <a:spcPts val="0"/>
              </a:spcAft>
              <a:buSzPts val="1100"/>
              <a:buFont typeface="Arial" panose="020B0604020202020204" pitchFamily="34" charset="0"/>
              <a:buNone/>
            </a:pPr>
            <a:endParaRPr lang="en-US" dirty="0"/>
          </a:p>
        </p:txBody>
      </p:sp>
    </p:spTree>
    <p:extLst>
      <p:ext uri="{BB962C8B-B14F-4D97-AF65-F5344CB8AC3E}">
        <p14:creationId xmlns:p14="http://schemas.microsoft.com/office/powerpoint/2010/main" val="3456875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BB39AB5-9FAA-9586-8A90-05ED492A1551}"/>
            </a:ext>
          </a:extLst>
        </p:cNvPr>
        <p:cNvGrpSpPr/>
        <p:nvPr/>
      </p:nvGrpSpPr>
      <p:grpSpPr>
        <a:xfrm>
          <a:off x="0" y="0"/>
          <a:ext cx="0" cy="0"/>
          <a:chOff x="0" y="0"/>
          <a:chExt cx="0" cy="0"/>
        </a:xfrm>
      </p:grpSpPr>
      <p:sp>
        <p:nvSpPr>
          <p:cNvPr id="182" name="Google Shape;182;p1:notes">
            <a:extLst>
              <a:ext uri="{FF2B5EF4-FFF2-40B4-BE49-F238E27FC236}">
                <a16:creationId xmlns:a16="http://schemas.microsoft.com/office/drawing/2014/main" id="{FB778584-8FF9-BC8D-9FFE-F5A9AC129E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83" name="Google Shape;183;p1:notes">
            <a:extLst>
              <a:ext uri="{FF2B5EF4-FFF2-40B4-BE49-F238E27FC236}">
                <a16:creationId xmlns:a16="http://schemas.microsoft.com/office/drawing/2014/main" id="{2CBCDE7A-5222-A652-48F9-0F754FA03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404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966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9F5C9-5FC2-3643-BC11-CFB0A5F43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CB66AF-3B18-4840-8C5B-67C5631910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78356-3DE1-F24E-9B49-E981CD1C7FF5}"/>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5" name="Footer Placeholder 4">
            <a:extLst>
              <a:ext uri="{FF2B5EF4-FFF2-40B4-BE49-F238E27FC236}">
                <a16:creationId xmlns:a16="http://schemas.microsoft.com/office/drawing/2014/main" id="{58ECE44C-A35D-4F4B-A1F2-389CB7C223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DCB246-41F4-0242-BDD8-8764FC7314AE}"/>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3595714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F6E52-0344-154C-AEE0-C4EB19954E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1DCFD3B-A69D-5041-A40F-C764D57B33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409A89-23E2-144D-8C89-21DD71FE72CB}"/>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5" name="Footer Placeholder 4">
            <a:extLst>
              <a:ext uri="{FF2B5EF4-FFF2-40B4-BE49-F238E27FC236}">
                <a16:creationId xmlns:a16="http://schemas.microsoft.com/office/drawing/2014/main" id="{1BDDA287-A0B3-5540-A066-21F44D7090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9889B1-298D-4C48-B4A4-77B6AF200187}"/>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192230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1DF08-7FD0-F547-93F1-8183ECC231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A8F108-584D-6947-BF6A-CA151CA3BB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64A745-2332-F649-BE43-318256FBB0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918EC3-FFEE-9643-A60D-48C4A6D6FC36}"/>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6" name="Footer Placeholder 5">
            <a:extLst>
              <a:ext uri="{FF2B5EF4-FFF2-40B4-BE49-F238E27FC236}">
                <a16:creationId xmlns:a16="http://schemas.microsoft.com/office/drawing/2014/main" id="{2713DAF5-93ED-874C-84D7-46DDF8F53CB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E7A451-F400-7E40-8D5D-B79C440EEDA7}"/>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1322569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346D7-DCE2-A244-B873-38089A931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CE4663-4314-E844-9CF6-E7568F593E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FACCD5-F3C5-5144-90E7-5DC43E8A4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F3D5E7-2465-C741-B9A9-5253E41D5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823EFE-390C-5D45-B734-507C71B906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9C36B3-2753-5744-845A-0491E794C47A}"/>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8" name="Footer Placeholder 7">
            <a:extLst>
              <a:ext uri="{FF2B5EF4-FFF2-40B4-BE49-F238E27FC236}">
                <a16:creationId xmlns:a16="http://schemas.microsoft.com/office/drawing/2014/main" id="{2CBFDF27-8FB4-DA47-AF98-70D00B7DC5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6137EB0-84FA-EA4B-9EE3-390200CEE16F}"/>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4047712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59D5-6A30-DF4A-AD5D-41E944DB2B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1C494A-931B-4C45-9526-1355F8F688A5}"/>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4" name="Footer Placeholder 3">
            <a:extLst>
              <a:ext uri="{FF2B5EF4-FFF2-40B4-BE49-F238E27FC236}">
                <a16:creationId xmlns:a16="http://schemas.microsoft.com/office/drawing/2014/main" id="{AD0C2FB4-B618-994E-9F8F-D382FE9FDA6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F2654B0-8EF2-DA44-B2DB-571F8DEBE727}"/>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125091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38FEB5-312C-754D-A0C1-C1C234F8B901}"/>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3" name="Footer Placeholder 2">
            <a:extLst>
              <a:ext uri="{FF2B5EF4-FFF2-40B4-BE49-F238E27FC236}">
                <a16:creationId xmlns:a16="http://schemas.microsoft.com/office/drawing/2014/main" id="{E847E61F-D53F-0646-863A-29BF7275E4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9D68FA-F851-4C4D-A17B-5690D71B2BA3}"/>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3037755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57D58-8D28-5245-93A1-FD8B1FB55B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09388E-EF56-CB4D-AB79-47186C567C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6B4FAD-7496-464F-8B34-88F8C3C26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A94EC2-B505-9A48-B0C8-C4CA27BD3B30}"/>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6" name="Footer Placeholder 5">
            <a:extLst>
              <a:ext uri="{FF2B5EF4-FFF2-40B4-BE49-F238E27FC236}">
                <a16:creationId xmlns:a16="http://schemas.microsoft.com/office/drawing/2014/main" id="{0866EADE-9069-F14D-BAB2-29068B7DAE6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80D7768-07CF-1B4E-BE47-0DEFD0F62024}"/>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2296503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DBD7F-FC08-584A-9320-8439FC8217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A93211-CBEC-4B4B-8148-ECDA1887E0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9F8B685-C45B-E245-8AB3-A08CA3779C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AB3CBE-B8B3-294D-B0A9-32412D591703}"/>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6" name="Footer Placeholder 5">
            <a:extLst>
              <a:ext uri="{FF2B5EF4-FFF2-40B4-BE49-F238E27FC236}">
                <a16:creationId xmlns:a16="http://schemas.microsoft.com/office/drawing/2014/main" id="{5EF3D4A9-ABBB-B345-8503-526C27E7CA5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9352638-48A2-4F4A-BC63-5050BB2CAEDE}"/>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1895321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84181-4D66-114F-9BA7-F8550FF7EF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3EB926-933D-0444-B004-4DF8550B44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E8BDE-0030-F14D-BE4D-B6EDBE5D927F}"/>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5" name="Footer Placeholder 4">
            <a:extLst>
              <a:ext uri="{FF2B5EF4-FFF2-40B4-BE49-F238E27FC236}">
                <a16:creationId xmlns:a16="http://schemas.microsoft.com/office/drawing/2014/main" id="{72F22B97-AAF0-3349-BB91-67AE99F4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99E09E-F6F4-3147-842C-FED7426D53B9}"/>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2734842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C89F5E-8B45-EF44-8358-EC160FDEB9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921BF4-4336-7842-83D1-8A9F8436FD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4325C4-90F8-3246-8C66-BA0DD6EBCDF6}"/>
              </a:ext>
            </a:extLst>
          </p:cNvPr>
          <p:cNvSpPr>
            <a:spLocks noGrp="1"/>
          </p:cNvSpPr>
          <p:nvPr>
            <p:ph type="dt" sz="half" idx="10"/>
          </p:nvPr>
        </p:nvSpPr>
        <p:spPr/>
        <p:txBody>
          <a:bodyPr/>
          <a:lstStyle/>
          <a:p>
            <a:fld id="{9FADB6E4-188F-454B-B651-2135338D98BC}" type="datetimeFigureOut">
              <a:rPr lang="en-US" smtClean="0"/>
              <a:t>1/27/2025</a:t>
            </a:fld>
            <a:endParaRPr lang="en-US" dirty="0"/>
          </a:p>
        </p:txBody>
      </p:sp>
      <p:sp>
        <p:nvSpPr>
          <p:cNvPr id="5" name="Footer Placeholder 4">
            <a:extLst>
              <a:ext uri="{FF2B5EF4-FFF2-40B4-BE49-F238E27FC236}">
                <a16:creationId xmlns:a16="http://schemas.microsoft.com/office/drawing/2014/main" id="{E8071A81-CE1C-6443-8B83-62E7C3C65B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94131BC-286F-7F41-8B72-4D4AB27AFBBF}"/>
              </a:ext>
            </a:extLst>
          </p:cNvPr>
          <p:cNvSpPr>
            <a:spLocks noGrp="1"/>
          </p:cNvSpPr>
          <p:nvPr>
            <p:ph type="sldNum" sz="quarter" idx="12"/>
          </p:nvPr>
        </p:nvSpPr>
        <p:spPr/>
        <p:txBody>
          <a:bodyPr/>
          <a:lstStyle/>
          <a:p>
            <a:fld id="{9B77706A-EC78-0A43-B433-9A40229A976A}" type="slidenum">
              <a:rPr lang="en-US" smtClean="0"/>
              <a:t>‹#›</a:t>
            </a:fld>
            <a:endParaRPr lang="en-US" dirty="0"/>
          </a:p>
        </p:txBody>
      </p:sp>
    </p:spTree>
    <p:extLst>
      <p:ext uri="{BB962C8B-B14F-4D97-AF65-F5344CB8AC3E}">
        <p14:creationId xmlns:p14="http://schemas.microsoft.com/office/powerpoint/2010/main" val="2783194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7D9C-D628-E740-999A-F7F28AFB078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686512-AED0-8746-B1AF-73920D36AFA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FD380-2D04-AC4F-A9C7-BD7414E4378D}"/>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5" name="Footer Placeholder 4">
            <a:extLst>
              <a:ext uri="{FF2B5EF4-FFF2-40B4-BE49-F238E27FC236}">
                <a16:creationId xmlns:a16="http://schemas.microsoft.com/office/drawing/2014/main" id="{EFA628EB-609F-4540-B8F3-E651A904B75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4035793-62A3-764D-B31B-2D68DBC3A598}"/>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307604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9876-80EA-8E4A-9268-0FC3C245791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D1F40D7-0C41-AD4E-AF37-B81F2C2733A7}"/>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30FB6C-5D2E-2647-B1E7-7D74085F684C}"/>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5" name="Footer Placeholder 4">
            <a:extLst>
              <a:ext uri="{FF2B5EF4-FFF2-40B4-BE49-F238E27FC236}">
                <a16:creationId xmlns:a16="http://schemas.microsoft.com/office/drawing/2014/main" id="{5AEF0A6F-30AA-5042-9258-65CE89BC54A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6A21E40-E42F-2748-8886-0B3625CBC27E}"/>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3269629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60A8-E407-9D4E-AD2F-72BE9ABE446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636C49-00C7-084C-B027-8121535324D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F9C7EB-2F55-A24B-9229-E063F8154896}"/>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5" name="Footer Placeholder 4">
            <a:extLst>
              <a:ext uri="{FF2B5EF4-FFF2-40B4-BE49-F238E27FC236}">
                <a16:creationId xmlns:a16="http://schemas.microsoft.com/office/drawing/2014/main" id="{911D507B-E763-224F-9879-DD2DE471543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FD58742-2A9C-2F43-BA53-7F702C30D2BA}"/>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539606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814B-FE2F-2C43-B658-F6AA33C9939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2066B33-6C19-8849-9BDB-23772FE1C9C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522AEE-7091-7B4C-B713-90B31C6F8BA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C654C-F8B0-A945-BDD8-8CB27223B3C2}"/>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6" name="Footer Placeholder 5">
            <a:extLst>
              <a:ext uri="{FF2B5EF4-FFF2-40B4-BE49-F238E27FC236}">
                <a16:creationId xmlns:a16="http://schemas.microsoft.com/office/drawing/2014/main" id="{76828B6A-DC00-D04C-A763-0A490E581E5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6287938-7717-3044-A463-9ED6808A7898}"/>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9713064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972-BDE1-E540-B76F-35E78ADBAB6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D60B529-63A9-E649-B78E-97BA72B51A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D15704-BE4B-694A-A5FB-5E79C3F15BE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989074-41E0-5A4C-ACBA-800FA7CE23D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5C41D8-4CEC-E046-82F6-E6B226DD62C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69E730-9BFA-5C41-A60A-90BF713C306D}"/>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8" name="Footer Placeholder 7">
            <a:extLst>
              <a:ext uri="{FF2B5EF4-FFF2-40B4-BE49-F238E27FC236}">
                <a16:creationId xmlns:a16="http://schemas.microsoft.com/office/drawing/2014/main" id="{0793400D-9F86-5F49-B1B5-A314A1BBA3B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5F567338-8F5F-A448-80C5-BC32105C9D3F}"/>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7388071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CE68-2BBD-9E4D-9D8B-1AE2F03217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31048EA9-03B6-7F4F-8D3C-30AD0A13CFBF}"/>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4" name="Footer Placeholder 3">
            <a:extLst>
              <a:ext uri="{FF2B5EF4-FFF2-40B4-BE49-F238E27FC236}">
                <a16:creationId xmlns:a16="http://schemas.microsoft.com/office/drawing/2014/main" id="{B8A86486-1BFB-D04D-852C-8FB8DACDDB0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AC5C7F73-2C50-5D4F-A95F-FCE0913E928F}"/>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1012131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F11742-8386-904F-9077-9ECBD900CAFE}"/>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3" name="Footer Placeholder 2">
            <a:extLst>
              <a:ext uri="{FF2B5EF4-FFF2-40B4-BE49-F238E27FC236}">
                <a16:creationId xmlns:a16="http://schemas.microsoft.com/office/drawing/2014/main" id="{F0FBC0DC-A1A3-A14B-A6A6-55CF8B7BD43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17C7D3B-DC3F-0540-86D3-2F09EFB90BF1}"/>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5846325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DBDC8-232E-FC4C-BDC7-F85022FFF23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92DD62-9D33-B943-8658-4797BB07269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4481F7-D7FD-5E4E-8A34-FDC4603E6BC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5EA86-49A7-FD4D-B36D-9472AE46DA27}"/>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6" name="Footer Placeholder 5">
            <a:extLst>
              <a:ext uri="{FF2B5EF4-FFF2-40B4-BE49-F238E27FC236}">
                <a16:creationId xmlns:a16="http://schemas.microsoft.com/office/drawing/2014/main" id="{45B63797-1B2A-9843-862C-4BA9CFAC04D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5DD89FA-122E-8E49-A923-95751A224D77}"/>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2106266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69BB3-2A5F-BA49-865C-7B7F3F19D79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0E5BA5-DD20-2945-9E8F-0D3701739DD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C0E0778-451B-954E-AE66-A73E9720D0B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FB7236-8090-EF4F-929D-7F022FE151C1}"/>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6" name="Footer Placeholder 5">
            <a:extLst>
              <a:ext uri="{FF2B5EF4-FFF2-40B4-BE49-F238E27FC236}">
                <a16:creationId xmlns:a16="http://schemas.microsoft.com/office/drawing/2014/main" id="{A45363B8-300A-5541-B590-0CA1C226D75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2A888710-5836-E94C-8838-F6E3AC15FAB8}"/>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8814614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8C1B-0A26-DC47-8829-6153C69A44E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9B4C12-AE39-9947-A7DC-07CABA9E421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93867-19EC-3D49-AD9E-D5CD2290680E}"/>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5" name="Footer Placeholder 4">
            <a:extLst>
              <a:ext uri="{FF2B5EF4-FFF2-40B4-BE49-F238E27FC236}">
                <a16:creationId xmlns:a16="http://schemas.microsoft.com/office/drawing/2014/main" id="{F77FF98D-5E1F-F44B-BFA3-F4FE670F2BC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6A17809-B57C-1943-942F-5A9111AD64E6}"/>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27369782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9142E7-115F-A649-8A62-18F0BCF7B13B}"/>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24498A-A6F0-CD45-9CB9-F558DD802E8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09073-D0E0-E343-931A-840ABFD6FFB4}"/>
              </a:ext>
            </a:extLst>
          </p:cNvPr>
          <p:cNvSpPr>
            <a:spLocks noGrp="1"/>
          </p:cNvSpPr>
          <p:nvPr>
            <p:ph type="dt" sz="half" idx="10"/>
          </p:nvPr>
        </p:nvSpPr>
        <p:spPr>
          <a:xfrm>
            <a:off x="838200" y="6356350"/>
            <a:ext cx="2743200" cy="365125"/>
          </a:xfrm>
          <a:prstGeom prst="rect">
            <a:avLst/>
          </a:prstGeom>
        </p:spPr>
        <p:txBody>
          <a:bodyPr/>
          <a:lstStyle/>
          <a:p>
            <a:fld id="{1F2610CA-91F2-084C-AE03-B83FB29EF6D9}" type="datetimeFigureOut">
              <a:rPr lang="en-US" smtClean="0"/>
              <a:t>1/27/2025</a:t>
            </a:fld>
            <a:endParaRPr lang="en-US" dirty="0"/>
          </a:p>
        </p:txBody>
      </p:sp>
      <p:sp>
        <p:nvSpPr>
          <p:cNvPr id="5" name="Footer Placeholder 4">
            <a:extLst>
              <a:ext uri="{FF2B5EF4-FFF2-40B4-BE49-F238E27FC236}">
                <a16:creationId xmlns:a16="http://schemas.microsoft.com/office/drawing/2014/main" id="{ABED87AE-0D40-6849-8DFF-217DA2F1C3B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03D5646-98C4-8246-B493-F818006502EE}"/>
              </a:ext>
            </a:extLst>
          </p:cNvPr>
          <p:cNvSpPr>
            <a:spLocks noGrp="1"/>
          </p:cNvSpPr>
          <p:nvPr>
            <p:ph type="sldNum" sz="quarter" idx="12"/>
          </p:nvPr>
        </p:nvSpPr>
        <p:spPr>
          <a:xfrm>
            <a:off x="8610600" y="6356350"/>
            <a:ext cx="2743200" cy="365125"/>
          </a:xfrm>
          <a:prstGeom prst="rect">
            <a:avLst/>
          </a:prstGeom>
        </p:spPr>
        <p:txBody>
          <a:bodyPr/>
          <a:lstStyle/>
          <a:p>
            <a:fld id="{F7534E31-D4E5-0944-AAD6-F8DDD2FB0CF4}" type="slidenum">
              <a:rPr lang="en-US" smtClean="0"/>
              <a:t>‹#›</a:t>
            </a:fld>
            <a:endParaRPr lang="en-US" dirty="0"/>
          </a:p>
        </p:txBody>
      </p:sp>
    </p:spTree>
    <p:extLst>
      <p:ext uri="{BB962C8B-B14F-4D97-AF65-F5344CB8AC3E}">
        <p14:creationId xmlns:p14="http://schemas.microsoft.com/office/powerpoint/2010/main" val="3599529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pic>
        <p:nvPicPr>
          <p:cNvPr id="2" name="Google Shape;185;p43">
            <a:extLst>
              <a:ext uri="{FF2B5EF4-FFF2-40B4-BE49-F238E27FC236}">
                <a16:creationId xmlns:a16="http://schemas.microsoft.com/office/drawing/2014/main" id="{3A82A2AC-05F7-6755-5E40-DCE600DEA42F}"/>
              </a:ext>
            </a:extLst>
          </p:cNvPr>
          <p:cNvPicPr preferRelativeResize="0"/>
          <p:nvPr userDrawn="1"/>
        </p:nvPicPr>
        <p:blipFill rotWithShape="1">
          <a:blip r:embed="rId2">
            <a:alphaModFix/>
          </a:blip>
          <a:srcRect/>
          <a:stretch/>
        </p:blipFill>
        <p:spPr>
          <a:xfrm>
            <a:off x="0" y="36576"/>
            <a:ext cx="12192000" cy="626533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B3296"/>
        </a:solidFill>
        <a:effectLst/>
      </p:bgPr>
    </p:bg>
    <p:spTree>
      <p:nvGrpSpPr>
        <p:cNvPr id="1" name="Shape 14"/>
        <p:cNvGrpSpPr/>
        <p:nvPr/>
      </p:nvGrpSpPr>
      <p:grpSpPr>
        <a:xfrm>
          <a:off x="0" y="0"/>
          <a:ext cx="0" cy="0"/>
          <a:chOff x="0" y="0"/>
          <a:chExt cx="0" cy="0"/>
        </a:xfrm>
      </p:grpSpPr>
      <p:pic>
        <p:nvPicPr>
          <p:cNvPr id="15" name="Google Shape;15;p4"/>
          <p:cNvPicPr preferRelativeResize="0"/>
          <p:nvPr/>
        </p:nvPicPr>
        <p:blipFill rotWithShape="1">
          <a:blip r:embed="rId2">
            <a:alphaModFix/>
          </a:blip>
          <a:srcRect/>
          <a:stretch/>
        </p:blipFill>
        <p:spPr>
          <a:xfrm>
            <a:off x="-1903061" y="1900601"/>
            <a:ext cx="4187792" cy="6858004"/>
          </a:xfrm>
          <a:prstGeom prst="rect">
            <a:avLst/>
          </a:prstGeom>
          <a:noFill/>
          <a:ln>
            <a:noFill/>
          </a:ln>
        </p:spPr>
      </p:pic>
      <p:sp>
        <p:nvSpPr>
          <p:cNvPr id="16" name="Google Shape;16;p4"/>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FFFFFF"/>
              </a:buClr>
              <a:buSzPts val="3600"/>
              <a:buNone/>
              <a:defRPr sz="4800">
                <a:solidFill>
                  <a:srgbClr val="FFFFFF"/>
                </a:solidFill>
              </a:defRPr>
            </a:lvl1pPr>
            <a:lvl2pPr lvl="1" algn="ctr">
              <a:lnSpc>
                <a:spcPct val="100000"/>
              </a:lnSpc>
              <a:spcBef>
                <a:spcPts val="0"/>
              </a:spcBef>
              <a:spcAft>
                <a:spcPts val="0"/>
              </a:spcAft>
              <a:buClr>
                <a:srgbClr val="FFFFFF"/>
              </a:buClr>
              <a:buSzPts val="3600"/>
              <a:buNone/>
              <a:defRPr sz="4800">
                <a:solidFill>
                  <a:srgbClr val="FFFFFF"/>
                </a:solidFill>
              </a:defRPr>
            </a:lvl2pPr>
            <a:lvl3pPr lvl="2" algn="ctr">
              <a:lnSpc>
                <a:spcPct val="100000"/>
              </a:lnSpc>
              <a:spcBef>
                <a:spcPts val="0"/>
              </a:spcBef>
              <a:spcAft>
                <a:spcPts val="0"/>
              </a:spcAft>
              <a:buClr>
                <a:srgbClr val="FFFFFF"/>
              </a:buClr>
              <a:buSzPts val="3600"/>
              <a:buNone/>
              <a:defRPr sz="4800">
                <a:solidFill>
                  <a:srgbClr val="FFFFFF"/>
                </a:solidFill>
              </a:defRPr>
            </a:lvl3pPr>
            <a:lvl4pPr lvl="3" algn="ctr">
              <a:lnSpc>
                <a:spcPct val="100000"/>
              </a:lnSpc>
              <a:spcBef>
                <a:spcPts val="0"/>
              </a:spcBef>
              <a:spcAft>
                <a:spcPts val="0"/>
              </a:spcAft>
              <a:buClr>
                <a:srgbClr val="FFFFFF"/>
              </a:buClr>
              <a:buSzPts val="3600"/>
              <a:buNone/>
              <a:defRPr sz="4800">
                <a:solidFill>
                  <a:srgbClr val="FFFFFF"/>
                </a:solidFill>
              </a:defRPr>
            </a:lvl4pPr>
            <a:lvl5pPr lvl="4" algn="ctr">
              <a:lnSpc>
                <a:spcPct val="100000"/>
              </a:lnSpc>
              <a:spcBef>
                <a:spcPts val="0"/>
              </a:spcBef>
              <a:spcAft>
                <a:spcPts val="0"/>
              </a:spcAft>
              <a:buClr>
                <a:srgbClr val="FFFFFF"/>
              </a:buClr>
              <a:buSzPts val="3600"/>
              <a:buNone/>
              <a:defRPr sz="4800">
                <a:solidFill>
                  <a:srgbClr val="FFFFFF"/>
                </a:solidFill>
              </a:defRPr>
            </a:lvl5pPr>
            <a:lvl6pPr lvl="5" algn="ctr">
              <a:lnSpc>
                <a:spcPct val="100000"/>
              </a:lnSpc>
              <a:spcBef>
                <a:spcPts val="0"/>
              </a:spcBef>
              <a:spcAft>
                <a:spcPts val="0"/>
              </a:spcAft>
              <a:buClr>
                <a:srgbClr val="FFFFFF"/>
              </a:buClr>
              <a:buSzPts val="3600"/>
              <a:buNone/>
              <a:defRPr sz="4800">
                <a:solidFill>
                  <a:srgbClr val="FFFFFF"/>
                </a:solidFill>
              </a:defRPr>
            </a:lvl6pPr>
            <a:lvl7pPr lvl="6" algn="ctr">
              <a:lnSpc>
                <a:spcPct val="100000"/>
              </a:lnSpc>
              <a:spcBef>
                <a:spcPts val="0"/>
              </a:spcBef>
              <a:spcAft>
                <a:spcPts val="0"/>
              </a:spcAft>
              <a:buClr>
                <a:srgbClr val="FFFFFF"/>
              </a:buClr>
              <a:buSzPts val="3600"/>
              <a:buNone/>
              <a:defRPr sz="4800">
                <a:solidFill>
                  <a:srgbClr val="FFFFFF"/>
                </a:solidFill>
              </a:defRPr>
            </a:lvl7pPr>
            <a:lvl8pPr lvl="7" algn="ctr">
              <a:lnSpc>
                <a:spcPct val="100000"/>
              </a:lnSpc>
              <a:spcBef>
                <a:spcPts val="0"/>
              </a:spcBef>
              <a:spcAft>
                <a:spcPts val="0"/>
              </a:spcAft>
              <a:buClr>
                <a:srgbClr val="FFFFFF"/>
              </a:buClr>
              <a:buSzPts val="3600"/>
              <a:buNone/>
              <a:defRPr sz="4800">
                <a:solidFill>
                  <a:srgbClr val="FFFFFF"/>
                </a:solidFill>
              </a:defRPr>
            </a:lvl8pPr>
            <a:lvl9pPr lvl="8" algn="ctr">
              <a:lnSpc>
                <a:spcPct val="100000"/>
              </a:lnSpc>
              <a:spcBef>
                <a:spcPts val="0"/>
              </a:spcBef>
              <a:spcAft>
                <a:spcPts val="0"/>
              </a:spcAft>
              <a:buClr>
                <a:srgbClr val="FFFFFF"/>
              </a:buClr>
              <a:buSzPts val="3600"/>
              <a:buNone/>
              <a:defRPr sz="4800">
                <a:solidFill>
                  <a:srgbClr val="FFFFFF"/>
                </a:solidFill>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pic>
        <p:nvPicPr>
          <p:cNvPr id="19" name="Google Shape;19;p5"/>
          <p:cNvPicPr preferRelativeResize="0"/>
          <p:nvPr/>
        </p:nvPicPr>
        <p:blipFill rotWithShape="1">
          <a:blip r:embed="rId2">
            <a:alphaModFix/>
          </a:blip>
          <a:srcRect/>
          <a:stretch/>
        </p:blipFill>
        <p:spPr>
          <a:xfrm>
            <a:off x="-1723868" y="3105967"/>
            <a:ext cx="4481467" cy="4421632"/>
          </a:xfrm>
          <a:prstGeom prst="rect">
            <a:avLst/>
          </a:prstGeom>
          <a:noFill/>
          <a:ln>
            <a:noFill/>
          </a:ln>
        </p:spPr>
      </p:pic>
      <p:sp>
        <p:nvSpPr>
          <p:cNvPr id="20" name="Google Shape;20;p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40256" algn="l">
              <a:lnSpc>
                <a:spcPct val="115000"/>
              </a:lnSpc>
              <a:spcBef>
                <a:spcPts val="0"/>
              </a:spcBef>
              <a:spcAft>
                <a:spcPts val="0"/>
              </a:spcAft>
              <a:buSzPts val="16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 name="Google Shape;25;p6"/>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26" name="Google Shape;26;p6"/>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27" name="Google Shape;27;p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a:stretch/>
        </p:blipFill>
        <p:spPr>
          <a:xfrm rot="-5400000">
            <a:off x="9959803" y="-866100"/>
            <a:ext cx="3569668" cy="3100301"/>
          </a:xfrm>
          <a:prstGeom prst="rect">
            <a:avLst/>
          </a:prstGeom>
          <a:noFill/>
          <a:ln>
            <a:noFill/>
          </a:ln>
        </p:spPr>
      </p:pic>
      <p:pic>
        <p:nvPicPr>
          <p:cNvPr id="30" name="Google Shape;30;p7"/>
          <p:cNvPicPr preferRelativeResize="0"/>
          <p:nvPr/>
        </p:nvPicPr>
        <p:blipFill rotWithShape="1">
          <a:blip r:embed="rId3">
            <a:alphaModFix/>
          </a:blip>
          <a:srcRect/>
          <a:stretch/>
        </p:blipFill>
        <p:spPr>
          <a:xfrm>
            <a:off x="-1313200" y="4936633"/>
            <a:ext cx="6621643" cy="5094632"/>
          </a:xfrm>
          <a:prstGeom prst="rect">
            <a:avLst/>
          </a:prstGeom>
          <a:noFill/>
          <a:ln>
            <a:noFill/>
          </a:ln>
        </p:spPr>
      </p:pic>
      <p:sp>
        <p:nvSpPr>
          <p:cNvPr id="31" name="Google Shape;31;p7"/>
          <p:cNvSpPr/>
          <p:nvPr/>
        </p:nvSpPr>
        <p:spPr>
          <a:xfrm>
            <a:off x="429600" y="1678667"/>
            <a:ext cx="11332800" cy="4913200"/>
          </a:xfrm>
          <a:prstGeom prst="roundRect">
            <a:avLst>
              <a:gd name="adj" fmla="val 3512"/>
            </a:avLst>
          </a:prstGeom>
          <a:solidFill>
            <a:srgbClr val="F5F5F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32" name="Google Shape;32;p7"/>
          <p:cNvSpPr txBox="1">
            <a:spLocks noGrp="1"/>
          </p:cNvSpPr>
          <p:nvPr>
            <p:ph type="title"/>
          </p:nvPr>
        </p:nvSpPr>
        <p:spPr>
          <a:xfrm>
            <a:off x="415600" y="765200"/>
            <a:ext cx="74292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
        <p:nvSpPr>
          <p:cNvPr id="34" name="Google Shape;34;p7"/>
          <p:cNvSpPr txBox="1">
            <a:spLocks noGrp="1"/>
          </p:cNvSpPr>
          <p:nvPr>
            <p:ph type="subTitle" idx="1"/>
          </p:nvPr>
        </p:nvSpPr>
        <p:spPr>
          <a:xfrm>
            <a:off x="597600" y="1880333"/>
            <a:ext cx="9043600" cy="588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b="1"/>
            </a:lvl1pPr>
            <a:lvl2pPr lvl="1" algn="l">
              <a:lnSpc>
                <a:spcPct val="115000"/>
              </a:lnSpc>
              <a:spcBef>
                <a:spcPts val="2133"/>
              </a:spcBef>
              <a:spcAft>
                <a:spcPts val="0"/>
              </a:spcAft>
              <a:buSzPts val="1400"/>
              <a:buNone/>
              <a:defRPr b="1"/>
            </a:lvl2pPr>
            <a:lvl3pPr lvl="2" algn="l">
              <a:lnSpc>
                <a:spcPct val="115000"/>
              </a:lnSpc>
              <a:spcBef>
                <a:spcPts val="2133"/>
              </a:spcBef>
              <a:spcAft>
                <a:spcPts val="0"/>
              </a:spcAft>
              <a:buSzPts val="1400"/>
              <a:buNone/>
              <a:defRPr b="1"/>
            </a:lvl3pPr>
            <a:lvl4pPr lvl="3" algn="l">
              <a:lnSpc>
                <a:spcPct val="115000"/>
              </a:lnSpc>
              <a:spcBef>
                <a:spcPts val="2133"/>
              </a:spcBef>
              <a:spcAft>
                <a:spcPts val="0"/>
              </a:spcAft>
              <a:buSzPts val="1400"/>
              <a:buNone/>
              <a:defRPr b="1"/>
            </a:lvl4pPr>
            <a:lvl5pPr lvl="4" algn="l">
              <a:lnSpc>
                <a:spcPct val="115000"/>
              </a:lnSpc>
              <a:spcBef>
                <a:spcPts val="2133"/>
              </a:spcBef>
              <a:spcAft>
                <a:spcPts val="0"/>
              </a:spcAft>
              <a:buSzPts val="1400"/>
              <a:buNone/>
              <a:defRPr b="1"/>
            </a:lvl5pPr>
            <a:lvl6pPr lvl="5" algn="l">
              <a:lnSpc>
                <a:spcPct val="115000"/>
              </a:lnSpc>
              <a:spcBef>
                <a:spcPts val="2133"/>
              </a:spcBef>
              <a:spcAft>
                <a:spcPts val="0"/>
              </a:spcAft>
              <a:buSzPts val="1400"/>
              <a:buNone/>
              <a:defRPr b="1"/>
            </a:lvl6pPr>
            <a:lvl7pPr lvl="6" algn="l">
              <a:lnSpc>
                <a:spcPct val="115000"/>
              </a:lnSpc>
              <a:spcBef>
                <a:spcPts val="2133"/>
              </a:spcBef>
              <a:spcAft>
                <a:spcPts val="0"/>
              </a:spcAft>
              <a:buSzPts val="1400"/>
              <a:buNone/>
              <a:defRPr b="1"/>
            </a:lvl7pPr>
            <a:lvl8pPr lvl="7" algn="l">
              <a:lnSpc>
                <a:spcPct val="115000"/>
              </a:lnSpc>
              <a:spcBef>
                <a:spcPts val="2133"/>
              </a:spcBef>
              <a:spcAft>
                <a:spcPts val="0"/>
              </a:spcAft>
              <a:buSzPts val="1400"/>
              <a:buNone/>
              <a:defRPr b="1"/>
            </a:lvl8pPr>
            <a:lvl9pPr lvl="8" algn="l">
              <a:lnSpc>
                <a:spcPct val="115000"/>
              </a:lnSpc>
              <a:spcBef>
                <a:spcPts val="2133"/>
              </a:spcBef>
              <a:spcAft>
                <a:spcPts val="2133"/>
              </a:spcAft>
              <a:buSzPts val="1400"/>
              <a:buNone/>
              <a:defRPr b="1"/>
            </a:lvl9pPr>
          </a:lstStyle>
          <a:p>
            <a:endParaRPr/>
          </a:p>
        </p:txBody>
      </p:sp>
      <p:sp>
        <p:nvSpPr>
          <p:cNvPr id="35" name="Google Shape;35;p7"/>
          <p:cNvSpPr txBox="1">
            <a:spLocks noGrp="1"/>
          </p:cNvSpPr>
          <p:nvPr>
            <p:ph type="body" idx="2"/>
          </p:nvPr>
        </p:nvSpPr>
        <p:spPr>
          <a:xfrm>
            <a:off x="597600" y="2468733"/>
            <a:ext cx="9043600" cy="3626000"/>
          </a:xfrm>
          <a:prstGeom prst="rect">
            <a:avLst/>
          </a:prstGeom>
          <a:noFill/>
          <a:ln>
            <a:noFill/>
          </a:ln>
        </p:spPr>
        <p:txBody>
          <a:bodyPr spcFirstLastPara="1" wrap="square" lIns="91425" tIns="91425" rIns="91425" bIns="91425" anchor="t" anchorCtr="0">
            <a:noAutofit/>
          </a:bodyPr>
          <a:lstStyle>
            <a:lvl1pPr marL="609585" lvl="0" indent="-397923" algn="l">
              <a:lnSpc>
                <a:spcPct val="115000"/>
              </a:lnSpc>
              <a:spcBef>
                <a:spcPts val="0"/>
              </a:spcBef>
              <a:spcAft>
                <a:spcPts val="0"/>
              </a:spcAft>
              <a:buSzPts val="1100"/>
              <a:buChar char="●"/>
              <a:defRPr sz="1467"/>
            </a:lvl1pPr>
            <a:lvl2pPr marL="1219170" lvl="1" indent="-380990" algn="l">
              <a:lnSpc>
                <a:spcPct val="115000"/>
              </a:lnSpc>
              <a:spcBef>
                <a:spcPts val="2133"/>
              </a:spcBef>
              <a:spcAft>
                <a:spcPts val="0"/>
              </a:spcAft>
              <a:buSzPts val="900"/>
              <a:buChar char="○"/>
              <a:defRPr sz="1200"/>
            </a:lvl2pPr>
            <a:lvl3pPr marL="1828754" lvl="2" indent="-380990" algn="l">
              <a:lnSpc>
                <a:spcPct val="115000"/>
              </a:lnSpc>
              <a:spcBef>
                <a:spcPts val="2133"/>
              </a:spcBef>
              <a:spcAft>
                <a:spcPts val="0"/>
              </a:spcAft>
              <a:buSzPts val="900"/>
              <a:buChar char="■"/>
              <a:defRPr sz="1200"/>
            </a:lvl3pPr>
            <a:lvl4pPr marL="2438339" lvl="3" indent="-380990" algn="l">
              <a:lnSpc>
                <a:spcPct val="115000"/>
              </a:lnSpc>
              <a:spcBef>
                <a:spcPts val="2133"/>
              </a:spcBef>
              <a:spcAft>
                <a:spcPts val="0"/>
              </a:spcAft>
              <a:buSzPts val="900"/>
              <a:buChar char="●"/>
              <a:defRPr sz="1200"/>
            </a:lvl4pPr>
            <a:lvl5pPr marL="3047924" lvl="4" indent="-380990" algn="l">
              <a:lnSpc>
                <a:spcPct val="115000"/>
              </a:lnSpc>
              <a:spcBef>
                <a:spcPts val="2133"/>
              </a:spcBef>
              <a:spcAft>
                <a:spcPts val="0"/>
              </a:spcAft>
              <a:buSzPts val="900"/>
              <a:buChar char="○"/>
              <a:defRPr sz="1200"/>
            </a:lvl5pPr>
            <a:lvl6pPr marL="3657509" lvl="5" indent="-380990" algn="l">
              <a:lnSpc>
                <a:spcPct val="115000"/>
              </a:lnSpc>
              <a:spcBef>
                <a:spcPts val="2133"/>
              </a:spcBef>
              <a:spcAft>
                <a:spcPts val="0"/>
              </a:spcAft>
              <a:buSzPts val="900"/>
              <a:buChar char="■"/>
              <a:defRPr sz="1200"/>
            </a:lvl6pPr>
            <a:lvl7pPr marL="4267093" lvl="6" indent="-380990" algn="l">
              <a:lnSpc>
                <a:spcPct val="115000"/>
              </a:lnSpc>
              <a:spcBef>
                <a:spcPts val="2133"/>
              </a:spcBef>
              <a:spcAft>
                <a:spcPts val="0"/>
              </a:spcAft>
              <a:buSzPts val="900"/>
              <a:buChar char="●"/>
              <a:defRPr sz="1200"/>
            </a:lvl7pPr>
            <a:lvl8pPr marL="4876678" lvl="7" indent="-380990" algn="l">
              <a:lnSpc>
                <a:spcPct val="115000"/>
              </a:lnSpc>
              <a:spcBef>
                <a:spcPts val="2133"/>
              </a:spcBef>
              <a:spcAft>
                <a:spcPts val="0"/>
              </a:spcAft>
              <a:buSzPts val="900"/>
              <a:buChar char="○"/>
              <a:defRPr sz="1200"/>
            </a:lvl8pPr>
            <a:lvl9pPr marL="5486263" lvl="8" indent="-380990" algn="l">
              <a:lnSpc>
                <a:spcPct val="115000"/>
              </a:lnSpc>
              <a:spcBef>
                <a:spcPts val="2133"/>
              </a:spcBef>
              <a:spcAft>
                <a:spcPts val="2133"/>
              </a:spcAft>
              <a:buSzPts val="900"/>
              <a:buChar char="■"/>
              <a:defRPr sz="12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8" name="Google Shape;38;p8"/>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9" name="Google Shape;39;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a:stretch/>
        </p:blipFill>
        <p:spPr>
          <a:xfrm>
            <a:off x="10094931" y="662965"/>
            <a:ext cx="1733133" cy="1823500"/>
          </a:xfrm>
          <a:prstGeom prst="rect">
            <a:avLst/>
          </a:prstGeom>
          <a:noFill/>
          <a:ln>
            <a:noFill/>
          </a:ln>
        </p:spPr>
      </p:pic>
      <p:sp>
        <p:nvSpPr>
          <p:cNvPr id="42" name="Google Shape;42;p9"/>
          <p:cNvSpPr txBox="1">
            <a:spLocks noGrp="1"/>
          </p:cNvSpPr>
          <p:nvPr>
            <p:ph type="title"/>
          </p:nvPr>
        </p:nvSpPr>
        <p:spPr>
          <a:xfrm>
            <a:off x="1850800" y="600200"/>
            <a:ext cx="8490400" cy="545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6400"/>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endParaRPr/>
          </a:p>
        </p:txBody>
      </p:sp>
      <p:sp>
        <p:nvSpPr>
          <p:cNvPr id="43" name="Google Shape;43;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1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46" name="Google Shape;46;p10"/>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7" name="Google Shape;47;p10"/>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8" name="Google Shape;48;p10"/>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Autofit/>
          </a:bodyPr>
          <a:lstStyle>
            <a:lvl1pPr marL="609585" lvl="0" indent="-440256" algn="l">
              <a:lnSpc>
                <a:spcPct val="115000"/>
              </a:lnSpc>
              <a:spcBef>
                <a:spcPts val="0"/>
              </a:spcBef>
              <a:spcAft>
                <a:spcPts val="0"/>
              </a:spcAft>
              <a:buSzPts val="16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49" name="Google Shape;49;p1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1"/>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600"/>
              <a:buNone/>
              <a:defRPr/>
            </a:lvl1pPr>
          </a:lstStyle>
          <a:p>
            <a:endParaRPr/>
          </a:p>
        </p:txBody>
      </p:sp>
      <p:sp>
        <p:nvSpPr>
          <p:cNvPr id="52" name="Google Shape;52;p1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2"/>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55" name="Google Shape;55;p12"/>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609585" lvl="0" indent="-440256" algn="ctr">
              <a:lnSpc>
                <a:spcPct val="115000"/>
              </a:lnSpc>
              <a:spcBef>
                <a:spcPts val="0"/>
              </a:spcBef>
              <a:spcAft>
                <a:spcPts val="0"/>
              </a:spcAft>
              <a:buSzPts val="1600"/>
              <a:buChar char="●"/>
              <a:defRPr/>
            </a:lvl1pPr>
            <a:lvl2pPr marL="1219170" lvl="1" indent="-423323" algn="ctr">
              <a:lnSpc>
                <a:spcPct val="115000"/>
              </a:lnSpc>
              <a:spcBef>
                <a:spcPts val="2133"/>
              </a:spcBef>
              <a:spcAft>
                <a:spcPts val="0"/>
              </a:spcAft>
              <a:buSzPts val="1400"/>
              <a:buChar char="○"/>
              <a:defRPr/>
            </a:lvl2pPr>
            <a:lvl3pPr marL="1828754" lvl="2" indent="-423323" algn="ctr">
              <a:lnSpc>
                <a:spcPct val="115000"/>
              </a:lnSpc>
              <a:spcBef>
                <a:spcPts val="2133"/>
              </a:spcBef>
              <a:spcAft>
                <a:spcPts val="0"/>
              </a:spcAft>
              <a:buSzPts val="1400"/>
              <a:buChar char="■"/>
              <a:defRPr/>
            </a:lvl3pPr>
            <a:lvl4pPr marL="2438339" lvl="3" indent="-423323" algn="ctr">
              <a:lnSpc>
                <a:spcPct val="115000"/>
              </a:lnSpc>
              <a:spcBef>
                <a:spcPts val="2133"/>
              </a:spcBef>
              <a:spcAft>
                <a:spcPts val="0"/>
              </a:spcAft>
              <a:buSzPts val="1400"/>
              <a:buChar char="●"/>
              <a:defRPr/>
            </a:lvl4pPr>
            <a:lvl5pPr marL="3047924" lvl="4" indent="-423323" algn="ctr">
              <a:lnSpc>
                <a:spcPct val="115000"/>
              </a:lnSpc>
              <a:spcBef>
                <a:spcPts val="2133"/>
              </a:spcBef>
              <a:spcAft>
                <a:spcPts val="0"/>
              </a:spcAft>
              <a:buSzPts val="1400"/>
              <a:buChar char="○"/>
              <a:defRPr/>
            </a:lvl5pPr>
            <a:lvl6pPr marL="3657509" lvl="5" indent="-423323" algn="ctr">
              <a:lnSpc>
                <a:spcPct val="115000"/>
              </a:lnSpc>
              <a:spcBef>
                <a:spcPts val="2133"/>
              </a:spcBef>
              <a:spcAft>
                <a:spcPts val="0"/>
              </a:spcAft>
              <a:buSzPts val="1400"/>
              <a:buChar char="■"/>
              <a:defRPr/>
            </a:lvl6pPr>
            <a:lvl7pPr marL="4267093" lvl="6" indent="-423323" algn="ctr">
              <a:lnSpc>
                <a:spcPct val="115000"/>
              </a:lnSpc>
              <a:spcBef>
                <a:spcPts val="2133"/>
              </a:spcBef>
              <a:spcAft>
                <a:spcPts val="0"/>
              </a:spcAft>
              <a:buSzPts val="1400"/>
              <a:buChar char="●"/>
              <a:defRPr/>
            </a:lvl7pPr>
            <a:lvl8pPr marL="4876678" lvl="7" indent="-423323" algn="ctr">
              <a:lnSpc>
                <a:spcPct val="115000"/>
              </a:lnSpc>
              <a:spcBef>
                <a:spcPts val="2133"/>
              </a:spcBef>
              <a:spcAft>
                <a:spcPts val="0"/>
              </a:spcAft>
              <a:buSzPts val="1400"/>
              <a:buChar char="○"/>
              <a:defRPr/>
            </a:lvl8pPr>
            <a:lvl9pPr marL="5486263" lvl="8" indent="-423323" algn="ctr">
              <a:lnSpc>
                <a:spcPct val="115000"/>
              </a:lnSpc>
              <a:spcBef>
                <a:spcPts val="2133"/>
              </a:spcBef>
              <a:spcAft>
                <a:spcPts val="2133"/>
              </a:spcAft>
              <a:buSzPts val="1400"/>
              <a:buChar char="■"/>
              <a:defRPr/>
            </a:lvl9pPr>
          </a:lstStyle>
          <a:p>
            <a:endParaRPr/>
          </a:p>
        </p:txBody>
      </p:sp>
      <p:sp>
        <p:nvSpPr>
          <p:cNvPr id="56" name="Google Shape;56;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15611" y="1507567"/>
            <a:ext cx="11360800" cy="27368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6933"/>
            </a:lvl1pPr>
            <a:lvl2pPr lvl="1" algn="ctr" rtl="0">
              <a:lnSpc>
                <a:spcPct val="100000"/>
              </a:lnSpc>
              <a:spcBef>
                <a:spcPts val="0"/>
              </a:spcBef>
              <a:spcAft>
                <a:spcPts val="0"/>
              </a:spcAft>
              <a:buSzPts val="5200"/>
              <a:buNone/>
              <a:defRPr sz="6933"/>
            </a:lvl2pPr>
            <a:lvl3pPr lvl="2" algn="ctr" rtl="0">
              <a:lnSpc>
                <a:spcPct val="100000"/>
              </a:lnSpc>
              <a:spcBef>
                <a:spcPts val="0"/>
              </a:spcBef>
              <a:spcAft>
                <a:spcPts val="0"/>
              </a:spcAft>
              <a:buSzPts val="5200"/>
              <a:buNone/>
              <a:defRPr sz="6933"/>
            </a:lvl3pPr>
            <a:lvl4pPr lvl="3" algn="ctr" rtl="0">
              <a:lnSpc>
                <a:spcPct val="100000"/>
              </a:lnSpc>
              <a:spcBef>
                <a:spcPts val="0"/>
              </a:spcBef>
              <a:spcAft>
                <a:spcPts val="0"/>
              </a:spcAft>
              <a:buSzPts val="5200"/>
              <a:buNone/>
              <a:defRPr sz="6933"/>
            </a:lvl4pPr>
            <a:lvl5pPr lvl="4" algn="ctr" rtl="0">
              <a:lnSpc>
                <a:spcPct val="100000"/>
              </a:lnSpc>
              <a:spcBef>
                <a:spcPts val="0"/>
              </a:spcBef>
              <a:spcAft>
                <a:spcPts val="0"/>
              </a:spcAft>
              <a:buSzPts val="5200"/>
              <a:buNone/>
              <a:defRPr sz="6933"/>
            </a:lvl5pPr>
            <a:lvl6pPr lvl="5" algn="ctr" rtl="0">
              <a:lnSpc>
                <a:spcPct val="100000"/>
              </a:lnSpc>
              <a:spcBef>
                <a:spcPts val="0"/>
              </a:spcBef>
              <a:spcAft>
                <a:spcPts val="0"/>
              </a:spcAft>
              <a:buSzPts val="5200"/>
              <a:buNone/>
              <a:defRPr sz="6933"/>
            </a:lvl6pPr>
            <a:lvl7pPr lvl="6" algn="ctr" rtl="0">
              <a:lnSpc>
                <a:spcPct val="100000"/>
              </a:lnSpc>
              <a:spcBef>
                <a:spcPts val="0"/>
              </a:spcBef>
              <a:spcAft>
                <a:spcPts val="0"/>
              </a:spcAft>
              <a:buSzPts val="5200"/>
              <a:buNone/>
              <a:defRPr sz="6933"/>
            </a:lvl7pPr>
            <a:lvl8pPr lvl="7" algn="ctr" rtl="0">
              <a:lnSpc>
                <a:spcPct val="100000"/>
              </a:lnSpc>
              <a:spcBef>
                <a:spcPts val="0"/>
              </a:spcBef>
              <a:spcAft>
                <a:spcPts val="0"/>
              </a:spcAft>
              <a:buSzPts val="5200"/>
              <a:buNone/>
              <a:defRPr sz="6933"/>
            </a:lvl8pPr>
            <a:lvl9pPr lvl="8" algn="ctr" rtl="0">
              <a:lnSpc>
                <a:spcPct val="100000"/>
              </a:lnSpc>
              <a:spcBef>
                <a:spcPts val="0"/>
              </a:spcBef>
              <a:spcAft>
                <a:spcPts val="0"/>
              </a:spcAft>
              <a:buSzPts val="5200"/>
              <a:buNone/>
              <a:defRPr sz="6933"/>
            </a:lvl9pPr>
          </a:lstStyle>
          <a:p>
            <a:endParaRPr/>
          </a:p>
        </p:txBody>
      </p:sp>
      <p:sp>
        <p:nvSpPr>
          <p:cNvPr id="59" name="Google Shape;59;p13"/>
          <p:cNvSpPr txBox="1">
            <a:spLocks noGrp="1"/>
          </p:cNvSpPr>
          <p:nvPr>
            <p:ph type="subTitle" idx="1"/>
          </p:nvPr>
        </p:nvSpPr>
        <p:spPr>
          <a:xfrm>
            <a:off x="415600" y="4293633"/>
            <a:ext cx="11360800" cy="1056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60" name="Google Shape;60;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pic>
        <p:nvPicPr>
          <p:cNvPr id="61" name="Google Shape;61;p13"/>
          <p:cNvPicPr preferRelativeResize="0"/>
          <p:nvPr/>
        </p:nvPicPr>
        <p:blipFill rotWithShape="1">
          <a:blip r:embed="rId2">
            <a:alphaModFix/>
          </a:blip>
          <a:srcRect/>
          <a:stretch/>
        </p:blipFill>
        <p:spPr>
          <a:xfrm>
            <a:off x="-722133" y="4805567"/>
            <a:ext cx="4149232" cy="2881399"/>
          </a:xfrm>
          <a:prstGeom prst="rect">
            <a:avLst/>
          </a:prstGeom>
          <a:noFill/>
          <a:ln>
            <a:noFill/>
          </a:ln>
        </p:spPr>
      </p:pic>
      <p:pic>
        <p:nvPicPr>
          <p:cNvPr id="62" name="Google Shape;62;p13"/>
          <p:cNvPicPr preferRelativeResize="0"/>
          <p:nvPr/>
        </p:nvPicPr>
        <p:blipFill rotWithShape="1">
          <a:blip r:embed="rId3">
            <a:alphaModFix/>
          </a:blip>
          <a:srcRect/>
          <a:stretch/>
        </p:blipFill>
        <p:spPr>
          <a:xfrm>
            <a:off x="121091" y="6447891"/>
            <a:ext cx="294520" cy="29453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4"/>
          <p:cNvSpPr txBox="1">
            <a:spLocks noGrp="1"/>
          </p:cNvSpPr>
          <p:nvPr>
            <p:ph type="body" idx="1"/>
          </p:nvPr>
        </p:nvSpPr>
        <p:spPr>
          <a:xfrm>
            <a:off x="838200" y="1825625"/>
            <a:ext cx="10515600" cy="4351200"/>
          </a:xfrm>
          <a:prstGeom prst="rect">
            <a:avLst/>
          </a:prstGeom>
          <a:noFill/>
          <a:ln>
            <a:noFill/>
          </a:ln>
        </p:spPr>
        <p:txBody>
          <a:bodyPr spcFirstLastPara="1" wrap="square" lIns="68575" tIns="34275" rIns="68575" bIns="34275" anchor="t" anchorCtr="0">
            <a:noAutofit/>
          </a:bodyPr>
          <a:lstStyle>
            <a:lvl1pPr marL="609585" lvl="0" indent="-423323" algn="l" rtl="0">
              <a:lnSpc>
                <a:spcPct val="90000"/>
              </a:lnSpc>
              <a:spcBef>
                <a:spcPts val="1067"/>
              </a:spcBef>
              <a:spcAft>
                <a:spcPts val="0"/>
              </a:spcAft>
              <a:buClr>
                <a:schemeClr val="dk1"/>
              </a:buClr>
              <a:buSzPts val="1400"/>
              <a:buChar char="●"/>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2133"/>
              </a:spcAft>
              <a:buClr>
                <a:schemeClr val="dk1"/>
              </a:buClr>
              <a:buSzPts val="1400"/>
              <a:buChar char="■"/>
              <a:defRPr/>
            </a:lvl9pPr>
          </a:lstStyle>
          <a:p>
            <a:endParaRPr/>
          </a:p>
        </p:txBody>
      </p:sp>
      <p:sp>
        <p:nvSpPr>
          <p:cNvPr id="66" name="Google Shape;66;p14"/>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23947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FA36-D144-E529-5F6B-AB5CFF70B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61ECA7-30B4-0337-10D1-A903C9FD95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8A1D00-EF33-B2E8-D86F-E12915E9FFA8}"/>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5" name="Footer Placeholder 4">
            <a:extLst>
              <a:ext uri="{FF2B5EF4-FFF2-40B4-BE49-F238E27FC236}">
                <a16:creationId xmlns:a16="http://schemas.microsoft.com/office/drawing/2014/main" id="{546FDA70-7F86-675A-E437-590405507E6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9AE85A-C001-9EB5-DA0D-192568EAE869}"/>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30528359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FE157-2602-77CC-291B-43717D239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BED19E-A036-0DDA-2E55-03B93DFE0A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C2E562-3D11-1F8E-6D14-F581697AD061}"/>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5" name="Footer Placeholder 4">
            <a:extLst>
              <a:ext uri="{FF2B5EF4-FFF2-40B4-BE49-F238E27FC236}">
                <a16:creationId xmlns:a16="http://schemas.microsoft.com/office/drawing/2014/main" id="{8A6180A2-BF38-8C28-32B1-33442ECFBF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918F7FF-75A2-597F-CF86-CFA94BC5057E}"/>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11067520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570EA-B750-FB33-DA4D-2DE075911B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882879-E701-28ED-897A-85234158A9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8F21B-EDBE-1C41-6079-00C1D19AFB86}"/>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5" name="Footer Placeholder 4">
            <a:extLst>
              <a:ext uri="{FF2B5EF4-FFF2-40B4-BE49-F238E27FC236}">
                <a16:creationId xmlns:a16="http://schemas.microsoft.com/office/drawing/2014/main" id="{3F1AAE43-4BAB-E310-CBA4-362993C8D4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FEFF13C-C07E-61F2-C7EB-5B3E07C3101B}"/>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38968929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E33E-826F-9373-58E5-B0EEB011E2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2A3FB2-E2E7-D6BC-A28F-FD7030251A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D1264D-3B27-4CFD-CE37-484B625C48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F3052A-C96D-2B49-D4FC-6C1E41AC3AB7}"/>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6" name="Footer Placeholder 5">
            <a:extLst>
              <a:ext uri="{FF2B5EF4-FFF2-40B4-BE49-F238E27FC236}">
                <a16:creationId xmlns:a16="http://schemas.microsoft.com/office/drawing/2014/main" id="{7730B6A2-3D62-1809-FD7B-EA9A346AC15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B58EB4D-40F2-667F-AAD7-325CCE069DE5}"/>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36616749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82FE-9837-D466-5483-488B4CFE77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18BCB6-876E-DD8B-3FE8-8FAF273F81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7B2BBA-1165-BE92-D0B1-B2AC2608A4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F0F4E6-7F6C-6D07-917A-D9253F78A0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17A859-1843-49BF-2ADC-47259F2075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B31AB6-0A3D-4A42-DDA6-182D4E14D7BD}"/>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8" name="Footer Placeholder 7">
            <a:extLst>
              <a:ext uri="{FF2B5EF4-FFF2-40B4-BE49-F238E27FC236}">
                <a16:creationId xmlns:a16="http://schemas.microsoft.com/office/drawing/2014/main" id="{EE8F0B1F-D5C3-3A15-A43B-06DB6F361A4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C7FC561-ABED-BBEA-21F8-9D522A3F99EF}"/>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14052246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35D92-4F83-F53C-3368-C32067DAC9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C4C3B3-9DCD-803B-7E10-21576D234D97}"/>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4" name="Footer Placeholder 3">
            <a:extLst>
              <a:ext uri="{FF2B5EF4-FFF2-40B4-BE49-F238E27FC236}">
                <a16:creationId xmlns:a16="http://schemas.microsoft.com/office/drawing/2014/main" id="{E5C77F97-8BF2-A7DD-8E2F-3A94043EE9C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916ED08-D6F4-3A0B-5B93-80D1C7271C2A}"/>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20062733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4C0057-A15A-C7C4-A43D-DEF08B75066E}"/>
              </a:ext>
            </a:extLst>
          </p:cNvPr>
          <p:cNvSpPr>
            <a:spLocks noGrp="1"/>
          </p:cNvSpPr>
          <p:nvPr>
            <p:ph type="dt" sz="half" idx="10"/>
          </p:nvPr>
        </p:nvSpPr>
        <p:spPr/>
        <p:txBody>
          <a:bodyPr/>
          <a:lstStyle/>
          <a:p>
            <a:fld id="{4BAA4410-208A-411F-B0EA-46A95748802C}" type="datetimeFigureOut">
              <a:rPr lang="en-US" smtClean="0"/>
              <a:t>1/27/2025</a:t>
            </a:fld>
            <a:endParaRPr lang="en-US"/>
          </a:p>
        </p:txBody>
      </p:sp>
      <p:sp>
        <p:nvSpPr>
          <p:cNvPr id="3" name="Footer Placeholder 2">
            <a:extLst>
              <a:ext uri="{FF2B5EF4-FFF2-40B4-BE49-F238E27FC236}">
                <a16:creationId xmlns:a16="http://schemas.microsoft.com/office/drawing/2014/main" id="{2799DFFD-E1C1-ABE8-D08D-84C65F84FD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0351D0-3C13-67D4-C986-B2A119E54F2C}"/>
              </a:ext>
            </a:extLst>
          </p:cNvPr>
          <p:cNvSpPr>
            <a:spLocks noGrp="1"/>
          </p:cNvSpPr>
          <p:nvPr>
            <p:ph type="sldNum" sz="quarter" idx="12"/>
          </p:nvPr>
        </p:nvSpPr>
        <p:spPr/>
        <p:txBody>
          <a:bodyPr/>
          <a:lstStyle/>
          <a:p>
            <a:fld id="{F16D64A4-D90C-4305-A6BB-F3BCBDA77858}" type="slidenum">
              <a:rPr lang="en-US" smtClean="0"/>
              <a:t>‹#›</a:t>
            </a:fld>
            <a:endParaRPr lang="en-US"/>
          </a:p>
        </p:txBody>
      </p:sp>
    </p:spTree>
    <p:extLst>
      <p:ext uri="{BB962C8B-B14F-4D97-AF65-F5344CB8AC3E}">
        <p14:creationId xmlns:p14="http://schemas.microsoft.com/office/powerpoint/2010/main" val="37854728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0A470-D683-6AA6-E1D8-BE63010A80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E9453D-3407-C1DE-661F-7720F31F69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DED447-9C66-DC9A-ACD0-33442C76F5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9D7B8E-A2CB-9A02-A929-7DA5BC02F558}"/>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6" name="Footer Placeholder 5">
            <a:extLst>
              <a:ext uri="{FF2B5EF4-FFF2-40B4-BE49-F238E27FC236}">
                <a16:creationId xmlns:a16="http://schemas.microsoft.com/office/drawing/2014/main" id="{88598DDF-3849-C07E-C5EF-709FDA959FC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17E635-84F9-1242-B970-9769CAACB375}"/>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22736549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0FF71-C95E-7688-6D6A-B3C75F5898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CD89FF-3534-E7AB-4CF6-A7F3013922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3CE7EE-562A-A38D-7F9E-11B17F6D4B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155566-E5E5-7EFF-2B4C-B1AAD59E354E}"/>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6" name="Footer Placeholder 5">
            <a:extLst>
              <a:ext uri="{FF2B5EF4-FFF2-40B4-BE49-F238E27FC236}">
                <a16:creationId xmlns:a16="http://schemas.microsoft.com/office/drawing/2014/main" id="{47222538-B767-9483-4F54-BB308813657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DB9B47-5DD9-D794-A57D-5858627F4281}"/>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26602679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9374-5BD4-0406-0C58-05C5111E93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494707-7D90-926D-782A-F4C98FD854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F43A5-64A3-1F23-3616-E1C761E6D85B}"/>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5" name="Footer Placeholder 4">
            <a:extLst>
              <a:ext uri="{FF2B5EF4-FFF2-40B4-BE49-F238E27FC236}">
                <a16:creationId xmlns:a16="http://schemas.microsoft.com/office/drawing/2014/main" id="{E9DDC34F-49BD-DAF1-354B-6AF426E8C83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AD958D1-1BF6-1B0B-1772-9F53DFE7E9D6}"/>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496031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282239-84A4-52BB-5020-43B53896DB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297D1C-2FCA-2CBA-BAF4-683FA43021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76CAE5-07ED-6A42-4F45-A70C65A107C9}"/>
              </a:ext>
            </a:extLst>
          </p:cNvPr>
          <p:cNvSpPr>
            <a:spLocks noGrp="1"/>
          </p:cNvSpPr>
          <p:nvPr>
            <p:ph type="dt" sz="half" idx="10"/>
          </p:nvPr>
        </p:nvSpPr>
        <p:spPr/>
        <p:txBody>
          <a:bodyPr/>
          <a:lstStyle/>
          <a:p>
            <a:fld id="{E87409A8-D45C-AF43-9732-7FD10811C899}" type="datetimeFigureOut">
              <a:rPr lang="en-US" smtClean="0"/>
              <a:t>1/27/2025</a:t>
            </a:fld>
            <a:endParaRPr lang="en-US" dirty="0"/>
          </a:p>
        </p:txBody>
      </p:sp>
      <p:sp>
        <p:nvSpPr>
          <p:cNvPr id="5" name="Footer Placeholder 4">
            <a:extLst>
              <a:ext uri="{FF2B5EF4-FFF2-40B4-BE49-F238E27FC236}">
                <a16:creationId xmlns:a16="http://schemas.microsoft.com/office/drawing/2014/main" id="{06C81F64-8A29-276E-4029-407BA2DA88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7687E14-51A3-A9DB-260E-D38C94124F19}"/>
              </a:ext>
            </a:extLst>
          </p:cNvPr>
          <p:cNvSpPr>
            <a:spLocks noGrp="1"/>
          </p:cNvSpPr>
          <p:nvPr>
            <p:ph type="sldNum" sz="quarter" idx="12"/>
          </p:nvPr>
        </p:nvSpPr>
        <p:spPr/>
        <p:txBody>
          <a:bodyPr/>
          <a:lstStyle/>
          <a:p>
            <a:fld id="{CB5896E9-CD1C-DD40-A865-50AE80C3534F}" type="slidenum">
              <a:rPr lang="en-US" smtClean="0"/>
              <a:t>‹#›</a:t>
            </a:fld>
            <a:endParaRPr lang="en-US" dirty="0"/>
          </a:p>
        </p:txBody>
      </p:sp>
    </p:spTree>
    <p:extLst>
      <p:ext uri="{BB962C8B-B14F-4D97-AF65-F5344CB8AC3E}">
        <p14:creationId xmlns:p14="http://schemas.microsoft.com/office/powerpoint/2010/main" val="2664972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35B083-F339-E54B-B771-B15726950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0DBF75-8091-D24B-807F-E99D78B1D0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B2745B-75E4-E246-BCCA-1DEC9115C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ADB6E4-188F-454B-B651-2135338D98BC}" type="datetimeFigureOut">
              <a:rPr lang="en-US" smtClean="0"/>
              <a:t>1/27/2025</a:t>
            </a:fld>
            <a:endParaRPr lang="en-US" dirty="0"/>
          </a:p>
        </p:txBody>
      </p:sp>
      <p:sp>
        <p:nvSpPr>
          <p:cNvPr id="5" name="Footer Placeholder 4">
            <a:extLst>
              <a:ext uri="{FF2B5EF4-FFF2-40B4-BE49-F238E27FC236}">
                <a16:creationId xmlns:a16="http://schemas.microsoft.com/office/drawing/2014/main" id="{12E66460-CF5F-9345-B379-F7CD09B316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106344-93B7-1A42-83B9-94C4795CDB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77706A-EC78-0A43-B433-9A40229A976A}" type="slidenum">
              <a:rPr lang="en-US" smtClean="0"/>
              <a:t>‹#›</a:t>
            </a:fld>
            <a:endParaRPr lang="en-US" dirty="0"/>
          </a:p>
        </p:txBody>
      </p:sp>
    </p:spTree>
    <p:extLst>
      <p:ext uri="{BB962C8B-B14F-4D97-AF65-F5344CB8AC3E}">
        <p14:creationId xmlns:p14="http://schemas.microsoft.com/office/powerpoint/2010/main" val="308883911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81"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l="-9000" r="-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891058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82"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chemeClr val="dk1"/>
              </a:buClr>
              <a:buSzPts val="2800"/>
              <a:buFont typeface="Libre Baskerville"/>
              <a:buNone/>
              <a:defRPr sz="2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15000"/>
              </a:lnSpc>
              <a:spcBef>
                <a:spcPts val="0"/>
              </a:spcBef>
              <a:spcAft>
                <a:spcPts val="0"/>
              </a:spcAft>
              <a:buClr>
                <a:srgbClr val="000000"/>
              </a:buClr>
              <a:buSzPts val="1600"/>
              <a:buFont typeface="Raleway"/>
              <a:buChar char="●"/>
              <a:defRPr sz="1600" b="0" i="0" u="none" strike="noStrike" cap="none">
                <a:solidFill>
                  <a:srgbClr val="000000"/>
                </a:solidFill>
                <a:latin typeface="Raleway"/>
                <a:ea typeface="Raleway"/>
                <a:cs typeface="Raleway"/>
                <a:sym typeface="Raleway"/>
              </a:defRPr>
            </a:lvl1pPr>
            <a:lvl2pPr marL="914400" marR="0" lvl="1"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2pPr>
            <a:lvl3pPr marL="1371600" marR="0" lvl="2"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3pPr>
            <a:lvl4pPr marL="1828800" marR="0" lvl="3"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4pPr>
            <a:lvl5pPr marL="2286000" marR="0" lvl="4"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5pPr>
            <a:lvl6pPr marL="2743200" marR="0" lvl="5"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6pPr>
            <a:lvl7pPr marL="3200400" marR="0" lvl="6"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7pPr>
            <a:lvl8pPr marL="3657600" marR="0" lvl="7" indent="-317500" algn="l" rtl="0">
              <a:lnSpc>
                <a:spcPct val="115000"/>
              </a:lnSpc>
              <a:spcBef>
                <a:spcPts val="1600"/>
              </a:spcBef>
              <a:spcAft>
                <a:spcPts val="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8pPr>
            <a:lvl9pPr marL="4114800" marR="0" lvl="8" indent="-317500" algn="l" rtl="0">
              <a:lnSpc>
                <a:spcPct val="115000"/>
              </a:lnSpc>
              <a:spcBef>
                <a:spcPts val="1600"/>
              </a:spcBef>
              <a:spcAft>
                <a:spcPts val="1600"/>
              </a:spcAft>
              <a:buClr>
                <a:srgbClr val="000000"/>
              </a:buClr>
              <a:buSzPts val="1400"/>
              <a:buFont typeface="Raleway"/>
              <a:buChar char="■"/>
              <a:defRPr sz="1400" b="0" i="0" u="none" strike="noStrike" cap="none">
                <a:solidFill>
                  <a:srgbClr val="000000"/>
                </a:solidFill>
                <a:latin typeface="Raleway"/>
                <a:ea typeface="Raleway"/>
                <a:cs typeface="Raleway"/>
                <a:sym typeface="Raleway"/>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 bg1="lt1" tx1="dk1" bg2="dk2" tx2="lt2" accent1="accent1" accent2="accent2" accent3="accent3" accent4="accent4" accent5="accent5" accent6="accent6" hlink="hlink" folHlink="folHlink"/>
  <p:sldLayoutIdLst>
    <p:sldLayoutId id="2147483804"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80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CF304-7551-83FC-2B25-CED21E17BA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Use me</a:t>
            </a:r>
          </a:p>
        </p:txBody>
      </p:sp>
      <p:sp>
        <p:nvSpPr>
          <p:cNvPr id="3" name="Text Placeholder 2">
            <a:extLst>
              <a:ext uri="{FF2B5EF4-FFF2-40B4-BE49-F238E27FC236}">
                <a16:creationId xmlns:a16="http://schemas.microsoft.com/office/drawing/2014/main" id="{0FDB700B-4B17-E9DA-17F8-E9A8777DB0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04959033-42E1-900C-DF1D-93847326BA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409A8-D45C-AF43-9732-7FD10811C899}" type="datetimeFigureOut">
              <a:rPr lang="en-US" smtClean="0"/>
              <a:t>1/27/2025</a:t>
            </a:fld>
            <a:endParaRPr lang="en-US" dirty="0"/>
          </a:p>
        </p:txBody>
      </p:sp>
      <p:sp>
        <p:nvSpPr>
          <p:cNvPr id="5" name="Footer Placeholder 4">
            <a:extLst>
              <a:ext uri="{FF2B5EF4-FFF2-40B4-BE49-F238E27FC236}">
                <a16:creationId xmlns:a16="http://schemas.microsoft.com/office/drawing/2014/main" id="{6B90954C-1E9C-F921-0411-92CFD31850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CC4EA49-1816-2A2A-6A4A-D96FAEEF57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5896E9-CD1C-DD40-A865-50AE80C3534F}" type="slidenum">
              <a:rPr lang="en-US" smtClean="0"/>
              <a:t>‹#›</a:t>
            </a:fld>
            <a:endParaRPr lang="en-US" dirty="0"/>
          </a:p>
        </p:txBody>
      </p:sp>
    </p:spTree>
    <p:extLst>
      <p:ext uri="{BB962C8B-B14F-4D97-AF65-F5344CB8AC3E}">
        <p14:creationId xmlns:p14="http://schemas.microsoft.com/office/powerpoint/2010/main" val="1132886959"/>
      </p:ext>
    </p:extLst>
  </p:cSld>
  <p:clrMap bg1="lt1" tx1="dk1" bg2="lt2" tx2="dk2" accent1="accent1" accent2="accent2" accent3="accent3" accent4="accent4" accent5="accent5" accent6="accent6" hlink="hlink" folHlink="folHlink"/>
  <p:sldLayoutIdLst>
    <p:sldLayoutId id="2147483813" r:id="rId1"/>
  </p:sldLayoutIdLst>
  <p:txStyles>
    <p:titleStyle>
      <a:lvl1pPr algn="l" defTabSz="914400" rtl="0" eaLnBrk="1" latinLnBrk="0" hangingPunct="1">
        <a:lnSpc>
          <a:spcPct val="90000"/>
        </a:lnSpc>
        <a:spcBef>
          <a:spcPct val="0"/>
        </a:spcBef>
        <a:buNone/>
        <a:defRPr sz="4400" b="0" i="0" kern="1200">
          <a:solidFill>
            <a:schemeClr val="tx1"/>
          </a:solidFill>
          <a:latin typeface="Work Sans Medium"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Work Sans Black"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Work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43A84B-EE12-6BFB-647C-5599FC18F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A3BD3C-5830-2E37-F95D-4A46C9EFD4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6D84C-1FAD-35A2-EC38-53F18DB4F8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ADB6E4-188F-454B-B651-2135338D98BC}" type="datetimeFigureOut">
              <a:rPr lang="en-US" smtClean="0"/>
              <a:t>1/27/2025</a:t>
            </a:fld>
            <a:endParaRPr lang="en-US" dirty="0"/>
          </a:p>
        </p:txBody>
      </p:sp>
      <p:sp>
        <p:nvSpPr>
          <p:cNvPr id="5" name="Footer Placeholder 4">
            <a:extLst>
              <a:ext uri="{FF2B5EF4-FFF2-40B4-BE49-F238E27FC236}">
                <a16:creationId xmlns:a16="http://schemas.microsoft.com/office/drawing/2014/main" id="{1C55091A-A044-1C07-B65B-CF80C9C008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D4529C88-D523-F301-E05C-6F733311D7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77706A-EC78-0A43-B433-9A40229A976A}" type="slidenum">
              <a:rPr lang="en-US" smtClean="0"/>
              <a:t>‹#›</a:t>
            </a:fld>
            <a:endParaRPr lang="en-US" dirty="0"/>
          </a:p>
        </p:txBody>
      </p:sp>
    </p:spTree>
    <p:extLst>
      <p:ext uri="{BB962C8B-B14F-4D97-AF65-F5344CB8AC3E}">
        <p14:creationId xmlns:p14="http://schemas.microsoft.com/office/powerpoint/2010/main" val="3855345021"/>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4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hyperlink" Target="https://sayyidolim.blogspot.com/2023/02/fungsi-rumus-and-or-dan-not-di-excel.html" TargetMode="Externa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5.png"/><Relationship Id="rId7" Type="http://schemas.openxmlformats.org/officeDocument/2006/relationships/diagramLayout" Target="../diagrams/layout1.xml"/><Relationship Id="rId2" Type="http://schemas.openxmlformats.org/officeDocument/2006/relationships/notesSlide" Target="../notesSlides/notesSlide2.xml"/><Relationship Id="rId1" Type="http://schemas.openxmlformats.org/officeDocument/2006/relationships/slideLayout" Target="../slideLayouts/slideLayout42.xml"/><Relationship Id="rId6" Type="http://schemas.openxmlformats.org/officeDocument/2006/relationships/diagramData" Target="../diagrams/data1.xml"/><Relationship Id="rId5" Type="http://schemas.openxmlformats.org/officeDocument/2006/relationships/image" Target="../media/image16.png"/><Relationship Id="rId10" Type="http://schemas.microsoft.com/office/2007/relationships/diagramDrawing" Target="../diagrams/drawing1.xml"/><Relationship Id="rId4" Type="http://schemas.openxmlformats.org/officeDocument/2006/relationships/image" Target="../media/image10.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15.png"/><Relationship Id="rId7" Type="http://schemas.openxmlformats.org/officeDocument/2006/relationships/diagramData" Target="../diagrams/data2.xml"/><Relationship Id="rId2" Type="http://schemas.openxmlformats.org/officeDocument/2006/relationships/notesSlide" Target="../notesSlides/notesSlide3.xml"/><Relationship Id="rId1" Type="http://schemas.openxmlformats.org/officeDocument/2006/relationships/slideLayout" Target="../slideLayouts/slideLayout42.xml"/><Relationship Id="rId6" Type="http://schemas.openxmlformats.org/officeDocument/2006/relationships/image" Target="../media/image18.svg"/><Relationship Id="rId11" Type="http://schemas.microsoft.com/office/2007/relationships/diagramDrawing" Target="../diagrams/drawing2.xml"/><Relationship Id="rId5" Type="http://schemas.openxmlformats.org/officeDocument/2006/relationships/image" Target="../media/image17.png"/><Relationship Id="rId10" Type="http://schemas.openxmlformats.org/officeDocument/2006/relationships/diagramColors" Target="../diagrams/colors2.xml"/><Relationship Id="rId4" Type="http://schemas.openxmlformats.org/officeDocument/2006/relationships/image" Target="../media/image10.png"/><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15.png"/><Relationship Id="rId7" Type="http://schemas.openxmlformats.org/officeDocument/2006/relationships/diagramData" Target="../diagrams/data3.xml"/><Relationship Id="rId2" Type="http://schemas.openxmlformats.org/officeDocument/2006/relationships/notesSlide" Target="../notesSlides/notesSlide4.xml"/><Relationship Id="rId1" Type="http://schemas.openxmlformats.org/officeDocument/2006/relationships/slideLayout" Target="../slideLayouts/slideLayout42.xml"/><Relationship Id="rId6" Type="http://schemas.openxmlformats.org/officeDocument/2006/relationships/image" Target="../media/image20.svg"/><Relationship Id="rId11" Type="http://schemas.microsoft.com/office/2007/relationships/diagramDrawing" Target="../diagrams/drawing3.xml"/><Relationship Id="rId5" Type="http://schemas.openxmlformats.org/officeDocument/2006/relationships/image" Target="../media/image19.png"/><Relationship Id="rId10" Type="http://schemas.openxmlformats.org/officeDocument/2006/relationships/diagramColors" Target="../diagrams/colors3.xml"/><Relationship Id="rId4" Type="http://schemas.openxmlformats.org/officeDocument/2006/relationships/image" Target="../media/image10.png"/><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image" Target="../media/image15.png"/><Relationship Id="rId7" Type="http://schemas.openxmlformats.org/officeDocument/2006/relationships/diagramData" Target="../diagrams/data4.xml"/><Relationship Id="rId2" Type="http://schemas.openxmlformats.org/officeDocument/2006/relationships/notesSlide" Target="../notesSlides/notesSlide5.xml"/><Relationship Id="rId1" Type="http://schemas.openxmlformats.org/officeDocument/2006/relationships/slideLayout" Target="../slideLayouts/slideLayout42.xml"/><Relationship Id="rId6" Type="http://schemas.openxmlformats.org/officeDocument/2006/relationships/image" Target="../media/image22.svg"/><Relationship Id="rId11" Type="http://schemas.microsoft.com/office/2007/relationships/diagramDrawing" Target="../diagrams/drawing4.xml"/><Relationship Id="rId5" Type="http://schemas.openxmlformats.org/officeDocument/2006/relationships/image" Target="../media/image21.png"/><Relationship Id="rId10" Type="http://schemas.openxmlformats.org/officeDocument/2006/relationships/diagramColors" Target="../diagrams/colors4.xml"/><Relationship Id="rId4" Type="http://schemas.openxmlformats.org/officeDocument/2006/relationships/image" Target="../media/image10.png"/><Relationship Id="rId9"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image" Target="../media/image15.png"/><Relationship Id="rId7" Type="http://schemas.openxmlformats.org/officeDocument/2006/relationships/diagramData" Target="../diagrams/data5.xml"/><Relationship Id="rId2" Type="http://schemas.openxmlformats.org/officeDocument/2006/relationships/notesSlide" Target="../notesSlides/notesSlide6.xml"/><Relationship Id="rId1" Type="http://schemas.openxmlformats.org/officeDocument/2006/relationships/slideLayout" Target="../slideLayouts/slideLayout42.xml"/><Relationship Id="rId6" Type="http://schemas.openxmlformats.org/officeDocument/2006/relationships/image" Target="../media/image24.svg"/><Relationship Id="rId11" Type="http://schemas.microsoft.com/office/2007/relationships/diagramDrawing" Target="../diagrams/drawing5.xml"/><Relationship Id="rId5" Type="http://schemas.openxmlformats.org/officeDocument/2006/relationships/image" Target="../media/image23.png"/><Relationship Id="rId10" Type="http://schemas.openxmlformats.org/officeDocument/2006/relationships/diagramColors" Target="../diagrams/colors5.xml"/><Relationship Id="rId4" Type="http://schemas.openxmlformats.org/officeDocument/2006/relationships/image" Target="../media/image10.png"/><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4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hyperlink" Target="https://sayyidolim.blogspot.com/2023/02/fungsi-rumus-and-or-dan-not-di-exce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43"/>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0" y="1"/>
            <a:ext cx="12192000" cy="6015038"/>
          </a:xfrm>
          <a:prstGeom prst="rect">
            <a:avLst/>
          </a:prstGeom>
          <a:noFill/>
          <a:ln>
            <a:noFill/>
          </a:ln>
        </p:spPr>
      </p:pic>
      <p:sp>
        <p:nvSpPr>
          <p:cNvPr id="186" name="Google Shape;186;p43"/>
          <p:cNvSpPr txBox="1">
            <a:spLocks/>
          </p:cNvSpPr>
          <p:nvPr/>
        </p:nvSpPr>
        <p:spPr>
          <a:xfrm>
            <a:off x="1547079" y="1187331"/>
            <a:ext cx="9337973" cy="90563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90000"/>
              </a:lnSpc>
              <a:defRPr/>
            </a:pPr>
            <a:r>
              <a:rPr lang="en-US" sz="4400" b="1" dirty="0">
                <a:solidFill>
                  <a:srgbClr val="4A4A68"/>
                </a:solidFill>
                <a:latin typeface="+mn-lt"/>
                <a:sym typeface="Work Sans"/>
              </a:rPr>
              <a:t>MS Excel for Personal Finance</a:t>
            </a:r>
          </a:p>
        </p:txBody>
      </p:sp>
      <p:pic>
        <p:nvPicPr>
          <p:cNvPr id="189" name="Google Shape;189;p43"/>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sp>
        <p:nvSpPr>
          <p:cNvPr id="190" name="Google Shape;190;p43"/>
          <p:cNvSpPr txBox="1">
            <a:spLocks/>
          </p:cNvSpPr>
          <p:nvPr/>
        </p:nvSpPr>
        <p:spPr>
          <a:xfrm>
            <a:off x="0" y="6443959"/>
            <a:ext cx="4522124" cy="34415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33" b="0" i="0" u="none" strike="noStrike" kern="1200" cap="none" spc="0" normalizeH="0" baseline="0" noProof="0" dirty="0">
                <a:ln>
                  <a:noFill/>
                </a:ln>
                <a:solidFill>
                  <a:srgbClr val="000000"/>
                </a:solidFill>
                <a:effectLst/>
                <a:uLnTx/>
                <a:uFill>
                  <a:noFill/>
                </a:uFill>
                <a:latin typeface="+mn-lt"/>
                <a:ea typeface="Work Sans Light"/>
                <a:cs typeface="Work Sans Light"/>
                <a:sym typeface="Work Sans Light"/>
              </a:rPr>
              <a:t>Copyright 2024 Learn it, Inc, all rights reserved.</a:t>
            </a:r>
            <a:endParaRPr kumimoji="0" sz="1600" b="0" i="0" u="none" strike="noStrike" kern="1200" cap="none" spc="0" normalizeH="0" baseline="0" noProof="0" dirty="0">
              <a:ln>
                <a:noFill/>
              </a:ln>
              <a:solidFill>
                <a:srgbClr val="000000"/>
              </a:solidFill>
              <a:effectLst/>
              <a:uLnTx/>
              <a:uFillTx/>
              <a:latin typeface="+mn-lt"/>
              <a:cs typeface="Arial"/>
              <a:sym typeface="Arial"/>
            </a:endParaRPr>
          </a:p>
        </p:txBody>
      </p:sp>
      <p:pic>
        <p:nvPicPr>
          <p:cNvPr id="191" name="Google Shape;191;p43" descr="Arrow Right with solid fill"/>
          <p:cNvPicPr preferRelativeResize="0">
            <a:picLocks/>
          </p:cNvPicPr>
          <p:nvPr/>
        </p:nvPicPr>
        <p:blipFill>
          <a:blip r:embed="rId5">
            <a:extLst>
              <a:ext uri="{96DAC541-7B7A-43D3-8B79-37D633B846F1}">
                <asvg:svgBlip xmlns:asvg="http://schemas.microsoft.com/office/drawing/2016/SVG/main" r:embed="rId6"/>
              </a:ext>
            </a:extLst>
          </a:blip>
          <a:srcRect/>
          <a:stretch/>
        </p:blipFill>
        <p:spPr>
          <a:xfrm>
            <a:off x="5285815" y="3280296"/>
            <a:ext cx="1620371" cy="1484739"/>
          </a:xfrm>
          <a:prstGeom prst="rect">
            <a:avLst/>
          </a:prstGeom>
          <a:noFill/>
          <a:ln>
            <a:noFill/>
          </a:ln>
        </p:spPr>
      </p:pic>
      <p:pic>
        <p:nvPicPr>
          <p:cNvPr id="4" name="Picture 3" descr="Piggy bank illustration">
            <a:extLst>
              <a:ext uri="{FF2B5EF4-FFF2-40B4-BE49-F238E27FC236}">
                <a16:creationId xmlns:a16="http://schemas.microsoft.com/office/drawing/2014/main" id="{23E02AD9-399A-610F-8457-DB33E13CDFE6}"/>
              </a:ext>
            </a:extLst>
          </p:cNvPr>
          <p:cNvPicPr>
            <a:picLocks noChangeAspect="1"/>
          </p:cNvPicPr>
          <p:nvPr/>
        </p:nvPicPr>
        <p:blipFill>
          <a:blip r:embed="rId7">
            <a:extLst>
              <a:ext uri="{28A0092B-C50C-407E-A947-70E740481C1C}">
                <a14:useLocalDpi xmlns:a14="http://schemas.microsoft.com/office/drawing/2010/main" val="0"/>
              </a:ext>
            </a:extLst>
          </a:blip>
          <a:srcRect l="9974" r="9974"/>
          <a:stretch/>
        </p:blipFill>
        <p:spPr>
          <a:xfrm>
            <a:off x="7043388" y="2485772"/>
            <a:ext cx="3841664" cy="3200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A green square with a black background&#10;&#10;Description automatically generated">
            <a:extLst>
              <a:ext uri="{FF2B5EF4-FFF2-40B4-BE49-F238E27FC236}">
                <a16:creationId xmlns:a16="http://schemas.microsoft.com/office/drawing/2014/main" id="{E03B3315-F7EF-4057-D674-1CD6B4755019}"/>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t="5762" r="50079" b="5517"/>
          <a:stretch/>
        </p:blipFill>
        <p:spPr>
          <a:xfrm>
            <a:off x="1547079" y="2485772"/>
            <a:ext cx="3601534" cy="3200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594606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46"/>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394185" y="438324"/>
            <a:ext cx="11403633" cy="5906935"/>
          </a:xfrm>
          <a:prstGeom prst="rect">
            <a:avLst/>
          </a:prstGeom>
          <a:noFill/>
          <a:ln>
            <a:noFill/>
          </a:ln>
        </p:spPr>
      </p:pic>
      <p:sp>
        <p:nvSpPr>
          <p:cNvPr id="217" name="Google Shape;217;p46"/>
          <p:cNvSpPr txBox="1">
            <a:spLocks noGrp="1"/>
          </p:cNvSpPr>
          <p:nvPr>
            <p:ph type="title" idx="4294967295"/>
          </p:nvPr>
        </p:nvSpPr>
        <p:spPr>
          <a:xfrm>
            <a:off x="6095998" y="1481138"/>
            <a:ext cx="5077751" cy="10572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SzPts val="2800"/>
              <a:buNone/>
            </a:pPr>
            <a:r>
              <a:rPr lang="en" sz="3067" b="1" dirty="0">
                <a:solidFill>
                  <a:srgbClr val="4A4A68"/>
                </a:solidFill>
                <a:latin typeface="+mn-lt"/>
                <a:ea typeface="Work Sans Black"/>
                <a:cs typeface="Work Sans Black"/>
                <a:sym typeface="Work Sans"/>
              </a:rPr>
              <a:t>What We’ll Explore Today</a:t>
            </a:r>
            <a:endParaRPr sz="3067" b="1" dirty="0">
              <a:solidFill>
                <a:srgbClr val="4A4A68"/>
              </a:solidFill>
              <a:latin typeface="+mn-lt"/>
              <a:ea typeface="Work Sans Black"/>
              <a:cs typeface="Work Sans Black"/>
              <a:sym typeface="Work Sans"/>
            </a:endParaRPr>
          </a:p>
        </p:txBody>
      </p:sp>
      <p:pic>
        <p:nvPicPr>
          <p:cNvPr id="219" name="Google Shape;219;p46"/>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pic>
        <p:nvPicPr>
          <p:cNvPr id="6" name="Graphic 4">
            <a:extLst>
              <a:ext uri="{FF2B5EF4-FFF2-40B4-BE49-F238E27FC236}">
                <a16:creationId xmlns:a16="http://schemas.microsoft.com/office/drawing/2014/main" id="{6E507330-4CDA-CCF2-AA6C-5E1E5F120141}"/>
              </a:ext>
            </a:extLst>
          </p:cNvPr>
          <p:cNvPicPr>
            <a:picLocks noGrp="1" noRot="1" noChangeAspect="1" noMove="1" noResize="1" noEditPoints="1" noAdjustHandles="1" noChangeArrowheads="1" noChangeShapeType="1" noCrop="1"/>
          </p:cNvPicPr>
          <p:nvPr/>
        </p:nvPicPr>
        <p:blipFill>
          <a:blip r:embed="rId5"/>
          <a:stretch>
            <a:fillRect/>
          </a:stretch>
        </p:blipFill>
        <p:spPr>
          <a:xfrm>
            <a:off x="1549030" y="1309745"/>
            <a:ext cx="3755552" cy="4039299"/>
          </a:xfrm>
          <a:custGeom>
            <a:avLst/>
            <a:gdLst>
              <a:gd name="connsiteX0" fmla="*/ -106 w 1135013"/>
              <a:gd name="connsiteY0" fmla="*/ -111 h 1220768"/>
              <a:gd name="connsiteX1" fmla="*/ 1134908 w 1135013"/>
              <a:gd name="connsiteY1" fmla="*/ -111 h 1220768"/>
              <a:gd name="connsiteX2" fmla="*/ 1134908 w 1135013"/>
              <a:gd name="connsiteY2" fmla="*/ 1220657 h 1220768"/>
              <a:gd name="connsiteX3" fmla="*/ -106 w 1135013"/>
              <a:gd name="connsiteY3" fmla="*/ 1220657 h 1220768"/>
            </a:gdLst>
            <a:ahLst/>
            <a:cxnLst>
              <a:cxn ang="0">
                <a:pos x="connsiteX0" y="connsiteY0"/>
              </a:cxn>
              <a:cxn ang="0">
                <a:pos x="connsiteX1" y="connsiteY1"/>
              </a:cxn>
              <a:cxn ang="0">
                <a:pos x="connsiteX2" y="connsiteY2"/>
              </a:cxn>
              <a:cxn ang="0">
                <a:pos x="connsiteX3" y="connsiteY3"/>
              </a:cxn>
            </a:cxnLst>
            <a:rect l="l" t="t" r="r" b="b"/>
            <a:pathLst>
              <a:path w="1135013" h="1220768">
                <a:moveTo>
                  <a:pt x="-106" y="-111"/>
                </a:moveTo>
                <a:lnTo>
                  <a:pt x="1134908" y="-111"/>
                </a:lnTo>
                <a:lnTo>
                  <a:pt x="1134908" y="1220657"/>
                </a:lnTo>
                <a:lnTo>
                  <a:pt x="-106" y="1220657"/>
                </a:lnTo>
                <a:close/>
              </a:path>
            </a:pathLst>
          </a:custGeom>
        </p:spPr>
      </p:pic>
      <p:graphicFrame>
        <p:nvGraphicFramePr>
          <p:cNvPr id="2" name="Diagram 1">
            <a:extLst>
              <a:ext uri="{FF2B5EF4-FFF2-40B4-BE49-F238E27FC236}">
                <a16:creationId xmlns:a16="http://schemas.microsoft.com/office/drawing/2014/main" id="{FE16FDDB-EC67-4C82-F723-EA546EF0D44B}"/>
              </a:ext>
            </a:extLst>
          </p:cNvPr>
          <p:cNvGraphicFramePr/>
          <p:nvPr>
            <p:extLst>
              <p:ext uri="{D42A27DB-BD31-4B8C-83A1-F6EECF244321}">
                <p14:modId xmlns:p14="http://schemas.microsoft.com/office/powerpoint/2010/main" val="369797774"/>
              </p:ext>
            </p:extLst>
          </p:nvPr>
        </p:nvGraphicFramePr>
        <p:xfrm>
          <a:off x="6096000" y="2380376"/>
          <a:ext cx="5077750" cy="403929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916656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BBBC87EB-9C8A-64AF-477F-0A481430E8EA}"/>
            </a:ext>
          </a:extLst>
        </p:cNvPr>
        <p:cNvGrpSpPr/>
        <p:nvPr/>
      </p:nvGrpSpPr>
      <p:grpSpPr>
        <a:xfrm>
          <a:off x="0" y="0"/>
          <a:ext cx="0" cy="0"/>
          <a:chOff x="0" y="0"/>
          <a:chExt cx="0" cy="0"/>
        </a:xfrm>
      </p:grpSpPr>
      <p:pic>
        <p:nvPicPr>
          <p:cNvPr id="216" name="Google Shape;216;p46">
            <a:extLst>
              <a:ext uri="{FF2B5EF4-FFF2-40B4-BE49-F238E27FC236}">
                <a16:creationId xmlns:a16="http://schemas.microsoft.com/office/drawing/2014/main" id="{C0F51E11-C26C-010B-F017-92ED007E9FCD}"/>
              </a:ext>
            </a:extLst>
          </p:cNvPr>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394185" y="438324"/>
            <a:ext cx="11403633" cy="5906935"/>
          </a:xfrm>
          <a:prstGeom prst="rect">
            <a:avLst/>
          </a:prstGeom>
          <a:noFill/>
          <a:ln>
            <a:noFill/>
          </a:ln>
        </p:spPr>
      </p:pic>
      <p:sp>
        <p:nvSpPr>
          <p:cNvPr id="217" name="Google Shape;217;p46">
            <a:extLst>
              <a:ext uri="{FF2B5EF4-FFF2-40B4-BE49-F238E27FC236}">
                <a16:creationId xmlns:a16="http://schemas.microsoft.com/office/drawing/2014/main" id="{506045E0-96B0-5078-DA07-66C0ACD75FA4}"/>
              </a:ext>
            </a:extLst>
          </p:cNvPr>
          <p:cNvSpPr txBox="1">
            <a:spLocks noGrp="1"/>
          </p:cNvSpPr>
          <p:nvPr>
            <p:ph type="title" idx="4294967295"/>
          </p:nvPr>
        </p:nvSpPr>
        <p:spPr>
          <a:xfrm>
            <a:off x="6096000" y="1481138"/>
            <a:ext cx="5077750" cy="70078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SzPts val="2800"/>
              <a:buNone/>
            </a:pPr>
            <a:r>
              <a:rPr lang="en" sz="3067" b="1" dirty="0">
                <a:solidFill>
                  <a:srgbClr val="4A4A68"/>
                </a:solidFill>
                <a:latin typeface="+mn-lt"/>
                <a:ea typeface="Work Sans Black"/>
                <a:cs typeface="Work Sans Black"/>
                <a:sym typeface="Work Sans"/>
              </a:rPr>
              <a:t>Topics</a:t>
            </a:r>
            <a:endParaRPr sz="3067" b="1" dirty="0">
              <a:solidFill>
                <a:srgbClr val="4A4A68"/>
              </a:solidFill>
              <a:latin typeface="+mn-lt"/>
              <a:ea typeface="Work Sans Black"/>
              <a:cs typeface="Work Sans Black"/>
              <a:sym typeface="Work Sans"/>
            </a:endParaRPr>
          </a:p>
        </p:txBody>
      </p:sp>
      <p:pic>
        <p:nvPicPr>
          <p:cNvPr id="219" name="Google Shape;219;p46">
            <a:extLst>
              <a:ext uri="{FF2B5EF4-FFF2-40B4-BE49-F238E27FC236}">
                <a16:creationId xmlns:a16="http://schemas.microsoft.com/office/drawing/2014/main" id="{B9A85AC0-69FA-0545-B94C-0AFC8D52EEDB}"/>
              </a:ext>
            </a:extLst>
          </p:cNvPr>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pic>
        <p:nvPicPr>
          <p:cNvPr id="6" name="Graphic 4" descr="Badge 1 with solid fill">
            <a:extLst>
              <a:ext uri="{FF2B5EF4-FFF2-40B4-BE49-F238E27FC236}">
                <a16:creationId xmlns:a16="http://schemas.microsoft.com/office/drawing/2014/main" id="{781F41D6-71D2-562D-858A-95D9152BD01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549030" y="2009259"/>
            <a:ext cx="3755552" cy="3755552"/>
          </a:xfrm>
          <a:custGeom>
            <a:avLst/>
            <a:gdLst>
              <a:gd name="connsiteX0" fmla="*/ -106 w 1135013"/>
              <a:gd name="connsiteY0" fmla="*/ -111 h 1220768"/>
              <a:gd name="connsiteX1" fmla="*/ 1134908 w 1135013"/>
              <a:gd name="connsiteY1" fmla="*/ -111 h 1220768"/>
              <a:gd name="connsiteX2" fmla="*/ 1134908 w 1135013"/>
              <a:gd name="connsiteY2" fmla="*/ 1220657 h 1220768"/>
              <a:gd name="connsiteX3" fmla="*/ -106 w 1135013"/>
              <a:gd name="connsiteY3" fmla="*/ 1220657 h 1220768"/>
            </a:gdLst>
            <a:ahLst/>
            <a:cxnLst>
              <a:cxn ang="0">
                <a:pos x="connsiteX0" y="connsiteY0"/>
              </a:cxn>
              <a:cxn ang="0">
                <a:pos x="connsiteX1" y="connsiteY1"/>
              </a:cxn>
              <a:cxn ang="0">
                <a:pos x="connsiteX2" y="connsiteY2"/>
              </a:cxn>
              <a:cxn ang="0">
                <a:pos x="connsiteX3" y="connsiteY3"/>
              </a:cxn>
            </a:cxnLst>
            <a:rect l="l" t="t" r="r" b="b"/>
            <a:pathLst>
              <a:path w="1135013" h="1220768">
                <a:moveTo>
                  <a:pt x="-106" y="-111"/>
                </a:moveTo>
                <a:lnTo>
                  <a:pt x="1134908" y="-111"/>
                </a:lnTo>
                <a:lnTo>
                  <a:pt x="1134908" y="1220657"/>
                </a:lnTo>
                <a:lnTo>
                  <a:pt x="-106" y="1220657"/>
                </a:lnTo>
                <a:close/>
              </a:path>
            </a:pathLst>
          </a:custGeom>
        </p:spPr>
      </p:pic>
      <p:graphicFrame>
        <p:nvGraphicFramePr>
          <p:cNvPr id="2" name="Diagram 1">
            <a:extLst>
              <a:ext uri="{FF2B5EF4-FFF2-40B4-BE49-F238E27FC236}">
                <a16:creationId xmlns:a16="http://schemas.microsoft.com/office/drawing/2014/main" id="{7D17B237-40CD-9F30-A3E3-17850455C457}"/>
              </a:ext>
            </a:extLst>
          </p:cNvPr>
          <p:cNvGraphicFramePr/>
          <p:nvPr>
            <p:extLst>
              <p:ext uri="{D42A27DB-BD31-4B8C-83A1-F6EECF244321}">
                <p14:modId xmlns:p14="http://schemas.microsoft.com/office/powerpoint/2010/main" val="4073396562"/>
              </p:ext>
            </p:extLst>
          </p:nvPr>
        </p:nvGraphicFramePr>
        <p:xfrm>
          <a:off x="6096000" y="2380376"/>
          <a:ext cx="5077750" cy="40392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53693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6ADB40BA-B0AD-EB14-19F5-672502BB0023}"/>
            </a:ext>
          </a:extLst>
        </p:cNvPr>
        <p:cNvGrpSpPr/>
        <p:nvPr/>
      </p:nvGrpSpPr>
      <p:grpSpPr>
        <a:xfrm>
          <a:off x="0" y="0"/>
          <a:ext cx="0" cy="0"/>
          <a:chOff x="0" y="0"/>
          <a:chExt cx="0" cy="0"/>
        </a:xfrm>
      </p:grpSpPr>
      <p:pic>
        <p:nvPicPr>
          <p:cNvPr id="216" name="Google Shape;216;p46">
            <a:extLst>
              <a:ext uri="{FF2B5EF4-FFF2-40B4-BE49-F238E27FC236}">
                <a16:creationId xmlns:a16="http://schemas.microsoft.com/office/drawing/2014/main" id="{6DBFD6D9-5311-286E-4562-5D59445A5339}"/>
              </a:ext>
            </a:extLst>
          </p:cNvPr>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394185" y="438324"/>
            <a:ext cx="11403633" cy="5906935"/>
          </a:xfrm>
          <a:prstGeom prst="rect">
            <a:avLst/>
          </a:prstGeom>
          <a:noFill/>
          <a:ln>
            <a:noFill/>
          </a:ln>
        </p:spPr>
      </p:pic>
      <p:sp>
        <p:nvSpPr>
          <p:cNvPr id="217" name="Google Shape;217;p46">
            <a:extLst>
              <a:ext uri="{FF2B5EF4-FFF2-40B4-BE49-F238E27FC236}">
                <a16:creationId xmlns:a16="http://schemas.microsoft.com/office/drawing/2014/main" id="{05D726A8-364E-68E1-155C-5D045B70537C}"/>
              </a:ext>
            </a:extLst>
          </p:cNvPr>
          <p:cNvSpPr txBox="1">
            <a:spLocks noGrp="1"/>
          </p:cNvSpPr>
          <p:nvPr>
            <p:ph type="title" idx="4294967295"/>
          </p:nvPr>
        </p:nvSpPr>
        <p:spPr>
          <a:xfrm>
            <a:off x="6096000" y="1481138"/>
            <a:ext cx="5077750" cy="70078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SzPts val="2800"/>
              <a:buNone/>
            </a:pPr>
            <a:r>
              <a:rPr lang="en" sz="3067" b="1" dirty="0">
                <a:solidFill>
                  <a:srgbClr val="4A4A68"/>
                </a:solidFill>
                <a:latin typeface="+mn-lt"/>
                <a:ea typeface="Work Sans Black"/>
                <a:cs typeface="Work Sans Black"/>
                <a:sym typeface="Work Sans"/>
              </a:rPr>
              <a:t>Topics</a:t>
            </a:r>
            <a:endParaRPr sz="3067" b="1" dirty="0">
              <a:solidFill>
                <a:srgbClr val="4A4A68"/>
              </a:solidFill>
              <a:latin typeface="+mn-lt"/>
              <a:ea typeface="Work Sans Black"/>
              <a:cs typeface="Work Sans Black"/>
              <a:sym typeface="Work Sans"/>
            </a:endParaRPr>
          </a:p>
        </p:txBody>
      </p:sp>
      <p:pic>
        <p:nvPicPr>
          <p:cNvPr id="219" name="Google Shape;219;p46">
            <a:extLst>
              <a:ext uri="{FF2B5EF4-FFF2-40B4-BE49-F238E27FC236}">
                <a16:creationId xmlns:a16="http://schemas.microsoft.com/office/drawing/2014/main" id="{5F23BDCD-1C36-F3E9-CA9E-63A797A4533C}"/>
              </a:ext>
            </a:extLst>
          </p:cNvPr>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pic>
        <p:nvPicPr>
          <p:cNvPr id="6" name="Graphic 4" descr="Badge with solid fill">
            <a:extLst>
              <a:ext uri="{FF2B5EF4-FFF2-40B4-BE49-F238E27FC236}">
                <a16:creationId xmlns:a16="http://schemas.microsoft.com/office/drawing/2014/main" id="{F2FC221B-709B-6C7C-A6F2-9FD1DD5C22B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549030" y="2009259"/>
            <a:ext cx="3755552" cy="3755552"/>
          </a:xfrm>
          <a:custGeom>
            <a:avLst/>
            <a:gdLst>
              <a:gd name="connsiteX0" fmla="*/ -106 w 1135013"/>
              <a:gd name="connsiteY0" fmla="*/ -111 h 1220768"/>
              <a:gd name="connsiteX1" fmla="*/ 1134908 w 1135013"/>
              <a:gd name="connsiteY1" fmla="*/ -111 h 1220768"/>
              <a:gd name="connsiteX2" fmla="*/ 1134908 w 1135013"/>
              <a:gd name="connsiteY2" fmla="*/ 1220657 h 1220768"/>
              <a:gd name="connsiteX3" fmla="*/ -106 w 1135013"/>
              <a:gd name="connsiteY3" fmla="*/ 1220657 h 1220768"/>
            </a:gdLst>
            <a:ahLst/>
            <a:cxnLst>
              <a:cxn ang="0">
                <a:pos x="connsiteX0" y="connsiteY0"/>
              </a:cxn>
              <a:cxn ang="0">
                <a:pos x="connsiteX1" y="connsiteY1"/>
              </a:cxn>
              <a:cxn ang="0">
                <a:pos x="connsiteX2" y="connsiteY2"/>
              </a:cxn>
              <a:cxn ang="0">
                <a:pos x="connsiteX3" y="connsiteY3"/>
              </a:cxn>
            </a:cxnLst>
            <a:rect l="l" t="t" r="r" b="b"/>
            <a:pathLst>
              <a:path w="1135013" h="1220768">
                <a:moveTo>
                  <a:pt x="-106" y="-111"/>
                </a:moveTo>
                <a:lnTo>
                  <a:pt x="1134908" y="-111"/>
                </a:lnTo>
                <a:lnTo>
                  <a:pt x="1134908" y="1220657"/>
                </a:lnTo>
                <a:lnTo>
                  <a:pt x="-106" y="1220657"/>
                </a:lnTo>
                <a:close/>
              </a:path>
            </a:pathLst>
          </a:custGeom>
        </p:spPr>
      </p:pic>
      <p:graphicFrame>
        <p:nvGraphicFramePr>
          <p:cNvPr id="2" name="Diagram 1">
            <a:extLst>
              <a:ext uri="{FF2B5EF4-FFF2-40B4-BE49-F238E27FC236}">
                <a16:creationId xmlns:a16="http://schemas.microsoft.com/office/drawing/2014/main" id="{F2D4DB5E-DE04-3ACE-1798-3E9CED5558DD}"/>
              </a:ext>
            </a:extLst>
          </p:cNvPr>
          <p:cNvGraphicFramePr/>
          <p:nvPr/>
        </p:nvGraphicFramePr>
        <p:xfrm>
          <a:off x="6096000" y="2380376"/>
          <a:ext cx="5077750" cy="40392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15370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92EB54BE-D4C0-E042-1420-F3683E0C1517}"/>
            </a:ext>
          </a:extLst>
        </p:cNvPr>
        <p:cNvGrpSpPr/>
        <p:nvPr/>
      </p:nvGrpSpPr>
      <p:grpSpPr>
        <a:xfrm>
          <a:off x="0" y="0"/>
          <a:ext cx="0" cy="0"/>
          <a:chOff x="0" y="0"/>
          <a:chExt cx="0" cy="0"/>
        </a:xfrm>
      </p:grpSpPr>
      <p:pic>
        <p:nvPicPr>
          <p:cNvPr id="216" name="Google Shape;216;p46">
            <a:extLst>
              <a:ext uri="{FF2B5EF4-FFF2-40B4-BE49-F238E27FC236}">
                <a16:creationId xmlns:a16="http://schemas.microsoft.com/office/drawing/2014/main" id="{7344C8D7-C687-D080-E633-A2015033C33D}"/>
              </a:ext>
            </a:extLst>
          </p:cNvPr>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394185" y="438324"/>
            <a:ext cx="11403633" cy="5906935"/>
          </a:xfrm>
          <a:prstGeom prst="rect">
            <a:avLst/>
          </a:prstGeom>
          <a:noFill/>
          <a:ln>
            <a:noFill/>
          </a:ln>
        </p:spPr>
      </p:pic>
      <p:sp>
        <p:nvSpPr>
          <p:cNvPr id="217" name="Google Shape;217;p46">
            <a:extLst>
              <a:ext uri="{FF2B5EF4-FFF2-40B4-BE49-F238E27FC236}">
                <a16:creationId xmlns:a16="http://schemas.microsoft.com/office/drawing/2014/main" id="{8E9A64B2-5C76-176A-858F-2BAB86711A52}"/>
              </a:ext>
            </a:extLst>
          </p:cNvPr>
          <p:cNvSpPr txBox="1">
            <a:spLocks noGrp="1"/>
          </p:cNvSpPr>
          <p:nvPr>
            <p:ph type="title" idx="4294967295"/>
          </p:nvPr>
        </p:nvSpPr>
        <p:spPr>
          <a:xfrm>
            <a:off x="6096000" y="1481138"/>
            <a:ext cx="5077750" cy="70078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SzPts val="2800"/>
              <a:buNone/>
            </a:pPr>
            <a:r>
              <a:rPr lang="en" sz="3067" b="1" dirty="0">
                <a:solidFill>
                  <a:srgbClr val="4A4A68"/>
                </a:solidFill>
                <a:latin typeface="+mn-lt"/>
                <a:ea typeface="Work Sans Black"/>
                <a:cs typeface="Work Sans Black"/>
                <a:sym typeface="Work Sans"/>
              </a:rPr>
              <a:t>Topics</a:t>
            </a:r>
            <a:endParaRPr sz="3067" b="1" dirty="0">
              <a:solidFill>
                <a:srgbClr val="4A4A68"/>
              </a:solidFill>
              <a:latin typeface="+mn-lt"/>
              <a:ea typeface="Work Sans Black"/>
              <a:cs typeface="Work Sans Black"/>
              <a:sym typeface="Work Sans"/>
            </a:endParaRPr>
          </a:p>
        </p:txBody>
      </p:sp>
      <p:pic>
        <p:nvPicPr>
          <p:cNvPr id="219" name="Google Shape;219;p46">
            <a:extLst>
              <a:ext uri="{FF2B5EF4-FFF2-40B4-BE49-F238E27FC236}">
                <a16:creationId xmlns:a16="http://schemas.microsoft.com/office/drawing/2014/main" id="{616952EA-7BA0-47A3-240E-039D38DEB49A}"/>
              </a:ext>
            </a:extLst>
          </p:cNvPr>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pic>
        <p:nvPicPr>
          <p:cNvPr id="6" name="Graphic 4" descr="Badge 3 with solid fill">
            <a:extLst>
              <a:ext uri="{FF2B5EF4-FFF2-40B4-BE49-F238E27FC236}">
                <a16:creationId xmlns:a16="http://schemas.microsoft.com/office/drawing/2014/main" id="{C318AC9D-4313-53CD-E69F-B116D471107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549030" y="2009259"/>
            <a:ext cx="3755552" cy="3755552"/>
          </a:xfrm>
          <a:custGeom>
            <a:avLst/>
            <a:gdLst>
              <a:gd name="connsiteX0" fmla="*/ -106 w 1135013"/>
              <a:gd name="connsiteY0" fmla="*/ -111 h 1220768"/>
              <a:gd name="connsiteX1" fmla="*/ 1134908 w 1135013"/>
              <a:gd name="connsiteY1" fmla="*/ -111 h 1220768"/>
              <a:gd name="connsiteX2" fmla="*/ 1134908 w 1135013"/>
              <a:gd name="connsiteY2" fmla="*/ 1220657 h 1220768"/>
              <a:gd name="connsiteX3" fmla="*/ -106 w 1135013"/>
              <a:gd name="connsiteY3" fmla="*/ 1220657 h 1220768"/>
            </a:gdLst>
            <a:ahLst/>
            <a:cxnLst>
              <a:cxn ang="0">
                <a:pos x="connsiteX0" y="connsiteY0"/>
              </a:cxn>
              <a:cxn ang="0">
                <a:pos x="connsiteX1" y="connsiteY1"/>
              </a:cxn>
              <a:cxn ang="0">
                <a:pos x="connsiteX2" y="connsiteY2"/>
              </a:cxn>
              <a:cxn ang="0">
                <a:pos x="connsiteX3" y="connsiteY3"/>
              </a:cxn>
            </a:cxnLst>
            <a:rect l="l" t="t" r="r" b="b"/>
            <a:pathLst>
              <a:path w="1135013" h="1220768">
                <a:moveTo>
                  <a:pt x="-106" y="-111"/>
                </a:moveTo>
                <a:lnTo>
                  <a:pt x="1134908" y="-111"/>
                </a:lnTo>
                <a:lnTo>
                  <a:pt x="1134908" y="1220657"/>
                </a:lnTo>
                <a:lnTo>
                  <a:pt x="-106" y="1220657"/>
                </a:lnTo>
                <a:close/>
              </a:path>
            </a:pathLst>
          </a:custGeom>
        </p:spPr>
      </p:pic>
      <p:graphicFrame>
        <p:nvGraphicFramePr>
          <p:cNvPr id="2" name="Diagram 1">
            <a:extLst>
              <a:ext uri="{FF2B5EF4-FFF2-40B4-BE49-F238E27FC236}">
                <a16:creationId xmlns:a16="http://schemas.microsoft.com/office/drawing/2014/main" id="{065D1104-812E-C446-D9F5-1A19533D4302}"/>
              </a:ext>
            </a:extLst>
          </p:cNvPr>
          <p:cNvGraphicFramePr/>
          <p:nvPr>
            <p:extLst>
              <p:ext uri="{D42A27DB-BD31-4B8C-83A1-F6EECF244321}">
                <p14:modId xmlns:p14="http://schemas.microsoft.com/office/powerpoint/2010/main" val="2470899942"/>
              </p:ext>
            </p:extLst>
          </p:nvPr>
        </p:nvGraphicFramePr>
        <p:xfrm>
          <a:off x="6096000" y="2380376"/>
          <a:ext cx="5077750" cy="40392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42850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5FD06F03-6BDA-E601-2B39-C2DFAD2F6C3E}"/>
            </a:ext>
          </a:extLst>
        </p:cNvPr>
        <p:cNvGrpSpPr/>
        <p:nvPr/>
      </p:nvGrpSpPr>
      <p:grpSpPr>
        <a:xfrm>
          <a:off x="0" y="0"/>
          <a:ext cx="0" cy="0"/>
          <a:chOff x="0" y="0"/>
          <a:chExt cx="0" cy="0"/>
        </a:xfrm>
      </p:grpSpPr>
      <p:pic>
        <p:nvPicPr>
          <p:cNvPr id="216" name="Google Shape;216;p46">
            <a:extLst>
              <a:ext uri="{FF2B5EF4-FFF2-40B4-BE49-F238E27FC236}">
                <a16:creationId xmlns:a16="http://schemas.microsoft.com/office/drawing/2014/main" id="{230F9BC2-F0E5-2E2A-6B9F-47A765F88BA4}"/>
              </a:ext>
            </a:extLst>
          </p:cNvPr>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394185" y="438324"/>
            <a:ext cx="11403633" cy="5906935"/>
          </a:xfrm>
          <a:prstGeom prst="rect">
            <a:avLst/>
          </a:prstGeom>
          <a:noFill/>
          <a:ln>
            <a:noFill/>
          </a:ln>
        </p:spPr>
      </p:pic>
      <p:sp>
        <p:nvSpPr>
          <p:cNvPr id="217" name="Google Shape;217;p46">
            <a:extLst>
              <a:ext uri="{FF2B5EF4-FFF2-40B4-BE49-F238E27FC236}">
                <a16:creationId xmlns:a16="http://schemas.microsoft.com/office/drawing/2014/main" id="{7B029B58-78AF-FD07-D73E-D8F567F4B297}"/>
              </a:ext>
            </a:extLst>
          </p:cNvPr>
          <p:cNvSpPr txBox="1">
            <a:spLocks noGrp="1"/>
          </p:cNvSpPr>
          <p:nvPr>
            <p:ph type="title" idx="4294967295"/>
          </p:nvPr>
        </p:nvSpPr>
        <p:spPr>
          <a:xfrm>
            <a:off x="6096000" y="1481138"/>
            <a:ext cx="5077750" cy="70078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SzPts val="2800"/>
              <a:buNone/>
            </a:pPr>
            <a:r>
              <a:rPr lang="en" sz="3067" b="1" dirty="0">
                <a:solidFill>
                  <a:srgbClr val="4A4A68"/>
                </a:solidFill>
                <a:latin typeface="+mn-lt"/>
                <a:ea typeface="Work Sans Black"/>
                <a:cs typeface="Work Sans Black"/>
                <a:sym typeface="Work Sans"/>
              </a:rPr>
              <a:t>Topics</a:t>
            </a:r>
            <a:endParaRPr sz="3067" b="1" dirty="0">
              <a:solidFill>
                <a:srgbClr val="4A4A68"/>
              </a:solidFill>
              <a:latin typeface="+mn-lt"/>
              <a:ea typeface="Work Sans Black"/>
              <a:cs typeface="Work Sans Black"/>
              <a:sym typeface="Work Sans"/>
            </a:endParaRPr>
          </a:p>
        </p:txBody>
      </p:sp>
      <p:pic>
        <p:nvPicPr>
          <p:cNvPr id="219" name="Google Shape;219;p46">
            <a:extLst>
              <a:ext uri="{FF2B5EF4-FFF2-40B4-BE49-F238E27FC236}">
                <a16:creationId xmlns:a16="http://schemas.microsoft.com/office/drawing/2014/main" id="{D6BFB422-14DE-F687-B79B-C3554F2ACBBD}"/>
              </a:ext>
            </a:extLst>
          </p:cNvPr>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pic>
        <p:nvPicPr>
          <p:cNvPr id="6" name="Graphic 4" descr="Badge 4 with solid fill">
            <a:extLst>
              <a:ext uri="{FF2B5EF4-FFF2-40B4-BE49-F238E27FC236}">
                <a16:creationId xmlns:a16="http://schemas.microsoft.com/office/drawing/2014/main" id="{F6107E02-92D6-D4AB-40B6-C56327BB578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549030" y="2009259"/>
            <a:ext cx="3755552" cy="3755552"/>
          </a:xfrm>
          <a:custGeom>
            <a:avLst/>
            <a:gdLst>
              <a:gd name="connsiteX0" fmla="*/ -106 w 1135013"/>
              <a:gd name="connsiteY0" fmla="*/ -111 h 1220768"/>
              <a:gd name="connsiteX1" fmla="*/ 1134908 w 1135013"/>
              <a:gd name="connsiteY1" fmla="*/ -111 h 1220768"/>
              <a:gd name="connsiteX2" fmla="*/ 1134908 w 1135013"/>
              <a:gd name="connsiteY2" fmla="*/ 1220657 h 1220768"/>
              <a:gd name="connsiteX3" fmla="*/ -106 w 1135013"/>
              <a:gd name="connsiteY3" fmla="*/ 1220657 h 1220768"/>
            </a:gdLst>
            <a:ahLst/>
            <a:cxnLst>
              <a:cxn ang="0">
                <a:pos x="connsiteX0" y="connsiteY0"/>
              </a:cxn>
              <a:cxn ang="0">
                <a:pos x="connsiteX1" y="connsiteY1"/>
              </a:cxn>
              <a:cxn ang="0">
                <a:pos x="connsiteX2" y="connsiteY2"/>
              </a:cxn>
              <a:cxn ang="0">
                <a:pos x="connsiteX3" y="connsiteY3"/>
              </a:cxn>
            </a:cxnLst>
            <a:rect l="l" t="t" r="r" b="b"/>
            <a:pathLst>
              <a:path w="1135013" h="1220768">
                <a:moveTo>
                  <a:pt x="-106" y="-111"/>
                </a:moveTo>
                <a:lnTo>
                  <a:pt x="1134908" y="-111"/>
                </a:lnTo>
                <a:lnTo>
                  <a:pt x="1134908" y="1220657"/>
                </a:lnTo>
                <a:lnTo>
                  <a:pt x="-106" y="1220657"/>
                </a:lnTo>
                <a:close/>
              </a:path>
            </a:pathLst>
          </a:custGeom>
        </p:spPr>
      </p:pic>
      <p:graphicFrame>
        <p:nvGraphicFramePr>
          <p:cNvPr id="2" name="Diagram 1">
            <a:extLst>
              <a:ext uri="{FF2B5EF4-FFF2-40B4-BE49-F238E27FC236}">
                <a16:creationId xmlns:a16="http://schemas.microsoft.com/office/drawing/2014/main" id="{E48088BA-2751-83F1-1CA8-0D2B67712FE0}"/>
              </a:ext>
            </a:extLst>
          </p:cNvPr>
          <p:cNvGraphicFramePr/>
          <p:nvPr>
            <p:extLst>
              <p:ext uri="{D42A27DB-BD31-4B8C-83A1-F6EECF244321}">
                <p14:modId xmlns:p14="http://schemas.microsoft.com/office/powerpoint/2010/main" val="4161535171"/>
              </p:ext>
            </p:extLst>
          </p:nvPr>
        </p:nvGraphicFramePr>
        <p:xfrm>
          <a:off x="6096000" y="2380376"/>
          <a:ext cx="5077750" cy="40392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41345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6E846D50-BFBC-CD3B-1AA9-F6ACC2A6E761}"/>
            </a:ext>
          </a:extLst>
        </p:cNvPr>
        <p:cNvGrpSpPr/>
        <p:nvPr/>
      </p:nvGrpSpPr>
      <p:grpSpPr>
        <a:xfrm>
          <a:off x="0" y="0"/>
          <a:ext cx="0" cy="0"/>
          <a:chOff x="0" y="0"/>
          <a:chExt cx="0" cy="0"/>
        </a:xfrm>
      </p:grpSpPr>
      <p:pic>
        <p:nvPicPr>
          <p:cNvPr id="185" name="Google Shape;185;p43">
            <a:extLst>
              <a:ext uri="{FF2B5EF4-FFF2-40B4-BE49-F238E27FC236}">
                <a16:creationId xmlns:a16="http://schemas.microsoft.com/office/drawing/2014/main" id="{0AB1FE9D-71B6-E9F9-F10E-6D7A0648D7F5}"/>
              </a:ext>
            </a:extLst>
          </p:cNvPr>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0" y="1"/>
            <a:ext cx="12192000" cy="6015038"/>
          </a:xfrm>
          <a:prstGeom prst="rect">
            <a:avLst/>
          </a:prstGeom>
          <a:noFill/>
          <a:ln>
            <a:noFill/>
          </a:ln>
        </p:spPr>
      </p:pic>
      <p:sp>
        <p:nvSpPr>
          <p:cNvPr id="186" name="Google Shape;186;p43">
            <a:extLst>
              <a:ext uri="{FF2B5EF4-FFF2-40B4-BE49-F238E27FC236}">
                <a16:creationId xmlns:a16="http://schemas.microsoft.com/office/drawing/2014/main" id="{49713239-59DA-4C9F-1DE6-FBF9D728C1F1}"/>
              </a:ext>
            </a:extLst>
          </p:cNvPr>
          <p:cNvSpPr txBox="1">
            <a:spLocks/>
          </p:cNvSpPr>
          <p:nvPr/>
        </p:nvSpPr>
        <p:spPr>
          <a:xfrm>
            <a:off x="1547079" y="1187331"/>
            <a:ext cx="9337973" cy="90563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90000"/>
              </a:lnSpc>
              <a:defRPr/>
            </a:pPr>
            <a:r>
              <a:rPr lang="en-US" sz="4400" b="1" dirty="0">
                <a:solidFill>
                  <a:srgbClr val="4A4A68"/>
                </a:solidFill>
                <a:latin typeface="+mn-lt"/>
                <a:sym typeface="Work Sans"/>
              </a:rPr>
              <a:t>MS Excel for Personal Finance</a:t>
            </a:r>
          </a:p>
        </p:txBody>
      </p:sp>
      <p:pic>
        <p:nvPicPr>
          <p:cNvPr id="189" name="Google Shape;189;p43">
            <a:extLst>
              <a:ext uri="{FF2B5EF4-FFF2-40B4-BE49-F238E27FC236}">
                <a16:creationId xmlns:a16="http://schemas.microsoft.com/office/drawing/2014/main" id="{DE6CC9E1-D3F1-DE0B-F8FB-BACFD6FFB8C4}"/>
              </a:ext>
            </a:extLst>
          </p:cNvPr>
          <p:cNvPicPr preferRelativeResize="0">
            <a:picLocks noGrp="1" noRot="1" noMove="1" noResize="1" noEditPoints="1" noAdjustHandles="1" noChangeArrowheads="1" noChangeShapeType="1" noCrop="1"/>
          </p:cNvPicPr>
          <p:nvPr/>
        </p:nvPicPr>
        <p:blipFill>
          <a:blip r:embed="rId4">
            <a:alphaModFix/>
          </a:blip>
          <a:stretch>
            <a:fillRect/>
          </a:stretch>
        </p:blipFill>
        <p:spPr>
          <a:xfrm>
            <a:off x="11400417" y="6543708"/>
            <a:ext cx="645500" cy="178133"/>
          </a:xfrm>
          <a:prstGeom prst="rect">
            <a:avLst/>
          </a:prstGeom>
          <a:noFill/>
          <a:ln>
            <a:noFill/>
          </a:ln>
        </p:spPr>
      </p:pic>
      <p:sp>
        <p:nvSpPr>
          <p:cNvPr id="190" name="Google Shape;190;p43">
            <a:extLst>
              <a:ext uri="{FF2B5EF4-FFF2-40B4-BE49-F238E27FC236}">
                <a16:creationId xmlns:a16="http://schemas.microsoft.com/office/drawing/2014/main" id="{444349B0-A3A0-C90B-59C1-BFE784AE0BE1}"/>
              </a:ext>
            </a:extLst>
          </p:cNvPr>
          <p:cNvSpPr txBox="1">
            <a:spLocks/>
          </p:cNvSpPr>
          <p:nvPr/>
        </p:nvSpPr>
        <p:spPr>
          <a:xfrm>
            <a:off x="0" y="6443959"/>
            <a:ext cx="4522124" cy="34415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33" b="0" i="0" u="none" strike="noStrike" kern="1200" cap="none" spc="0" normalizeH="0" baseline="0" noProof="0" dirty="0">
                <a:ln>
                  <a:noFill/>
                </a:ln>
                <a:solidFill>
                  <a:srgbClr val="000000"/>
                </a:solidFill>
                <a:effectLst/>
                <a:uLnTx/>
                <a:uFill>
                  <a:noFill/>
                </a:uFill>
                <a:latin typeface="+mn-lt"/>
                <a:ea typeface="Work Sans Light"/>
                <a:cs typeface="Work Sans Light"/>
                <a:sym typeface="Work Sans Light"/>
              </a:rPr>
              <a:t>Copyright 2024 Learn it, Inc, all rights reserved.</a:t>
            </a:r>
            <a:endParaRPr kumimoji="0" sz="1600" b="0" i="0" u="none" strike="noStrike" kern="1200" cap="none" spc="0" normalizeH="0" baseline="0" noProof="0" dirty="0">
              <a:ln>
                <a:noFill/>
              </a:ln>
              <a:solidFill>
                <a:srgbClr val="000000"/>
              </a:solidFill>
              <a:effectLst/>
              <a:uLnTx/>
              <a:uFillTx/>
              <a:latin typeface="+mn-lt"/>
              <a:cs typeface="Arial"/>
              <a:sym typeface="Arial"/>
            </a:endParaRPr>
          </a:p>
        </p:txBody>
      </p:sp>
      <p:pic>
        <p:nvPicPr>
          <p:cNvPr id="191" name="Google Shape;191;p43" descr="Arrow Right with solid fill">
            <a:extLst>
              <a:ext uri="{FF2B5EF4-FFF2-40B4-BE49-F238E27FC236}">
                <a16:creationId xmlns:a16="http://schemas.microsoft.com/office/drawing/2014/main" id="{981B79CC-9028-AD99-6FF8-A15B5DD4139B}"/>
              </a:ext>
            </a:extLst>
          </p:cNvPr>
          <p:cNvPicPr preferRelativeResize="0">
            <a:picLocks/>
          </p:cNvPicPr>
          <p:nvPr/>
        </p:nvPicPr>
        <p:blipFill>
          <a:blip r:embed="rId5">
            <a:extLst>
              <a:ext uri="{96DAC541-7B7A-43D3-8B79-37D633B846F1}">
                <asvg:svgBlip xmlns:asvg="http://schemas.microsoft.com/office/drawing/2016/SVG/main" r:embed="rId6"/>
              </a:ext>
            </a:extLst>
          </a:blip>
          <a:srcRect/>
          <a:stretch/>
        </p:blipFill>
        <p:spPr>
          <a:xfrm>
            <a:off x="5285815" y="3280296"/>
            <a:ext cx="1620371" cy="1484739"/>
          </a:xfrm>
          <a:prstGeom prst="rect">
            <a:avLst/>
          </a:prstGeom>
          <a:noFill/>
          <a:ln>
            <a:noFill/>
          </a:ln>
        </p:spPr>
      </p:pic>
      <p:pic>
        <p:nvPicPr>
          <p:cNvPr id="4" name="Picture 3" descr="Piggy bank illustration">
            <a:extLst>
              <a:ext uri="{FF2B5EF4-FFF2-40B4-BE49-F238E27FC236}">
                <a16:creationId xmlns:a16="http://schemas.microsoft.com/office/drawing/2014/main" id="{0517FDD8-6FD2-33B1-6388-64CCD05FD9E7}"/>
              </a:ext>
            </a:extLst>
          </p:cNvPr>
          <p:cNvPicPr>
            <a:picLocks noChangeAspect="1"/>
          </p:cNvPicPr>
          <p:nvPr/>
        </p:nvPicPr>
        <p:blipFill>
          <a:blip r:embed="rId7">
            <a:extLst>
              <a:ext uri="{28A0092B-C50C-407E-A947-70E740481C1C}">
                <a14:useLocalDpi xmlns:a14="http://schemas.microsoft.com/office/drawing/2010/main" val="0"/>
              </a:ext>
            </a:extLst>
          </a:blip>
          <a:srcRect l="9974" r="9974"/>
          <a:stretch/>
        </p:blipFill>
        <p:spPr>
          <a:xfrm>
            <a:off x="7043388" y="2485772"/>
            <a:ext cx="3841664" cy="3200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A green square with a black background&#10;&#10;Description automatically generated">
            <a:extLst>
              <a:ext uri="{FF2B5EF4-FFF2-40B4-BE49-F238E27FC236}">
                <a16:creationId xmlns:a16="http://schemas.microsoft.com/office/drawing/2014/main" id="{C453AF12-27D6-971F-7D3A-52E457CCAE05}"/>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t="5762" r="50079" b="5517"/>
          <a:stretch/>
        </p:blipFill>
        <p:spPr>
          <a:xfrm>
            <a:off x="1547079" y="2485772"/>
            <a:ext cx="3601534" cy="3200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60726579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ck_MS_PowerPoint_Introduction  -  Read-Only" id="{CD792BA5-3C5A-412F-AECE-D40B86B7961C}" vid="{B420718C-5D7D-453B-81CC-A00D406062CE}"/>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ck_MS_PowerPoint_Introduction  -  Read-Only" id="{CD792BA5-3C5A-412F-AECE-D40B86B7961C}" vid="{7D47F0D7-7C0F-4234-8636-400B48C5E899}"/>
    </a:ext>
  </a:ext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eck_MS_PowerPoint_Introduction  -  Read-Only" id="{CD792BA5-3C5A-412F-AECE-D40B86B7961C}" vid="{E50A5B61-A06F-42FF-B980-CB052A16790C}"/>
    </a:ext>
  </a:extLst>
</a:theme>
</file>

<file path=ppt/theme/theme4.xml><?xml version="1.0" encoding="utf-8"?>
<a:theme xmlns:a="http://schemas.openxmlformats.org/drawingml/2006/main" name="2_Custom Design">
  <a:themeElements>
    <a:clrScheme name="Learnit 2">
      <a:dk1>
        <a:srgbClr val="494968"/>
      </a:dk1>
      <a:lt1>
        <a:srgbClr val="FFFFFF"/>
      </a:lt1>
      <a:dk2>
        <a:srgbClr val="595959"/>
      </a:dk2>
      <a:lt2>
        <a:srgbClr val="EEEEEE"/>
      </a:lt2>
      <a:accent1>
        <a:srgbClr val="223BF3"/>
      </a:accent1>
      <a:accent2>
        <a:srgbClr val="4BFFF3"/>
      </a:accent2>
      <a:accent3>
        <a:srgbClr val="494968"/>
      </a:accent3>
      <a:accent4>
        <a:srgbClr val="FF8283"/>
      </a:accent4>
      <a:accent5>
        <a:srgbClr val="0097A7"/>
      </a:accent5>
      <a:accent6>
        <a:srgbClr val="EEFF41"/>
      </a:accent6>
      <a:hlink>
        <a:srgbClr val="0097A7"/>
      </a:hlink>
      <a:folHlink>
        <a:srgbClr val="0097A7"/>
      </a:folHlink>
    </a:clrScheme>
    <a:fontScheme name="Work Sans">
      <a:majorFont>
        <a:latin typeface="Work Sans"/>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ck_MS_PowerPoint_Introduction  -  Read-Only" id="{CD792BA5-3C5A-412F-AECE-D40B86B7961C}" vid="{51C67CA1-9558-4514-9432-F60A97A9DCC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D9FF9DF5BCFFD42A0D5617B9D18FB89" ma:contentTypeVersion="6" ma:contentTypeDescription="Create a new document." ma:contentTypeScope="" ma:versionID="d006968dea43285a8a2aef01cf9d3c24">
  <xsd:schema xmlns:xsd="http://www.w3.org/2001/XMLSchema" xmlns:xs="http://www.w3.org/2001/XMLSchema" xmlns:p="http://schemas.microsoft.com/office/2006/metadata/properties" xmlns:ns2="84d60d80-5f5b-4137-9f7f-aa35e391db8c" xmlns:ns3="b909082e-3921-4400-91e8-f5051bc61143" targetNamespace="http://schemas.microsoft.com/office/2006/metadata/properties" ma:root="true" ma:fieldsID="1992fbe298619878c6972f3676a568d2" ns2:_="" ns3:_="">
    <xsd:import namespace="84d60d80-5f5b-4137-9f7f-aa35e391db8c"/>
    <xsd:import namespace="b909082e-3921-4400-91e8-f5051bc6114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d60d80-5f5b-4137-9f7f-aa35e391db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909082e-3921-4400-91e8-f5051bc6114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83032B-D71E-408B-A009-CFA86F0D9AB4}">
  <ds:schemaRefs>
    <ds:schemaRef ds:uri="http://schemas.microsoft.com/sharepoint/v3/contenttype/forms"/>
  </ds:schemaRefs>
</ds:datastoreItem>
</file>

<file path=customXml/itemProps2.xml><?xml version="1.0" encoding="utf-8"?>
<ds:datastoreItem xmlns:ds="http://schemas.openxmlformats.org/officeDocument/2006/customXml" ds:itemID="{A5EA292E-2F94-4155-B282-099AC75CE80E}">
  <ds:schemaRefs>
    <ds:schemaRef ds:uri="68a36ec3-5995-49fd-a66b-350e876e90e3"/>
    <ds:schemaRef ds:uri="d6751b5e-303c-43f8-a35d-9fcb10a59d9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F889589-C9E6-4878-9BF5-B42545C83B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d60d80-5f5b-4137-9f7f-aa35e391db8c"/>
    <ds:schemaRef ds:uri="b909082e-3921-4400-91e8-f5051bc611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Standard Deck 2024</Template>
  <TotalTime>751</TotalTime>
  <Words>1919</Words>
  <Application>Microsoft Office PowerPoint</Application>
  <PresentationFormat>Widescreen</PresentationFormat>
  <Paragraphs>148</Paragraphs>
  <Slides>7</Slides>
  <Notes>7</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7</vt:i4>
      </vt:variant>
    </vt:vector>
  </HeadingPairs>
  <TitlesOfParts>
    <vt:vector size="23" baseType="lpstr">
      <vt:lpstr>Aptos</vt:lpstr>
      <vt:lpstr>Aptos Display</vt:lpstr>
      <vt:lpstr>Arial</vt:lpstr>
      <vt:lpstr>Calibri</vt:lpstr>
      <vt:lpstr>Calibri Light</vt:lpstr>
      <vt:lpstr>Libre Baskerville</vt:lpstr>
      <vt:lpstr>Raleway</vt:lpstr>
      <vt:lpstr>Work Sans</vt:lpstr>
      <vt:lpstr>Work Sans Black</vt:lpstr>
      <vt:lpstr>Work Sans Light</vt:lpstr>
      <vt:lpstr>Work Sans Medium</vt:lpstr>
      <vt:lpstr>Custom Design</vt:lpstr>
      <vt:lpstr>1_Custom Design</vt:lpstr>
      <vt:lpstr>Simple Light</vt:lpstr>
      <vt:lpstr>2_Custom Design</vt:lpstr>
      <vt:lpstr>Office Theme</vt:lpstr>
      <vt:lpstr>PowerPoint Presentation</vt:lpstr>
      <vt:lpstr>What We’ll Explore Today</vt:lpstr>
      <vt:lpstr>Topics</vt:lpstr>
      <vt:lpstr>Topics</vt:lpstr>
      <vt:lpstr>Topics</vt:lpstr>
      <vt:lpstr>Topics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Nestor Wilke</dc:creator>
  <cp:lastModifiedBy>Nestor Wilke</cp:lastModifiedBy>
  <cp:revision>10</cp:revision>
  <dcterms:created xsi:type="dcterms:W3CDTF">2025-01-08T23:38:37Z</dcterms:created>
  <dcterms:modified xsi:type="dcterms:W3CDTF">2025-01-27T18:44:18Z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0x0101008D9FF9DF5BCFFD42A0D5617B9D18FB89</vt:lpwstr>
  </property>
  <property fmtid="{D5CDD505-2E9C-101B-9397-08002B2CF9AE}" pid="3" name="Order">
    <vt:r8>209200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SIP_Label_defa4170-0d19-0005-0004-bc88714345d2_Enabled">
    <vt:lpwstr>true</vt:lpwstr>
  </property>
  <property fmtid="{D5CDD505-2E9C-101B-9397-08002B2CF9AE}" pid="10" name="MSIP_Label_defa4170-0d19-0005-0004-bc88714345d2_SetDate">
    <vt:lpwstr>2024-07-10T18:53:46Z</vt:lpwstr>
  </property>
  <property fmtid="{D5CDD505-2E9C-101B-9397-08002B2CF9AE}" pid="11" name="MSIP_Label_defa4170-0d19-0005-0004-bc88714345d2_Method">
    <vt:lpwstr>Standard</vt:lpwstr>
  </property>
  <property fmtid="{D5CDD505-2E9C-101B-9397-08002B2CF9AE}" pid="12" name="MSIP_Label_defa4170-0d19-0005-0004-bc88714345d2_Name">
    <vt:lpwstr>defa4170-0d19-0005-0004-bc88714345d2</vt:lpwstr>
  </property>
  <property fmtid="{D5CDD505-2E9C-101B-9397-08002B2CF9AE}" pid="13" name="MSIP_Label_defa4170-0d19-0005-0004-bc88714345d2_SiteId">
    <vt:lpwstr>cd5097bf-36ed-4432-a229-ea9b322fa882</vt:lpwstr>
  </property>
  <property fmtid="{D5CDD505-2E9C-101B-9397-08002B2CF9AE}" pid="14" name="MSIP_Label_defa4170-0d19-0005-0004-bc88714345d2_ActionId">
    <vt:lpwstr>1bf2785d-9a1d-4e37-aaf6-de0dce6886c7</vt:lpwstr>
  </property>
  <property fmtid="{D5CDD505-2E9C-101B-9397-08002B2CF9AE}" pid="15" name="MSIP_Label_defa4170-0d19-0005-0004-bc88714345d2_ContentBits">
    <vt:lpwstr>0</vt:lpwstr>
  </property>
</Properties>
</file>